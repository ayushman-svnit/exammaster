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4"/>
  </p:notesMasterIdLst>
  <p:sldIdLst>
    <p:sldId id="256" r:id="rId3"/>
    <p:sldId id="257" r:id="rId4"/>
    <p:sldId id="258" r:id="rId5"/>
    <p:sldId id="269" r:id="rId6"/>
    <p:sldId id="268" r:id="rId7"/>
    <p:sldId id="270" r:id="rId8"/>
    <p:sldId id="272" r:id="rId9"/>
    <p:sldId id="273" r:id="rId10"/>
    <p:sldId id="271" r:id="rId11"/>
    <p:sldId id="274" r:id="rId12"/>
    <p:sldId id="275"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120" d="100"/>
          <a:sy n="120" d="100"/>
        </p:scale>
        <p:origin x="39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0C4B5E-B0CA-4E8E-99D7-33FAC3E78513}" type="datetimeFigureOut">
              <a:rPr lang="en-IN" smtClean="0"/>
              <a:t>16-04-2025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D8B9A0-ED6D-4588-B123-A371653C9812}" type="slidenum">
              <a:rPr lang="en-IN" smtClean="0"/>
              <a:t>‹#›</a:t>
            </a:fld>
            <a:endParaRPr lang="en-IN"/>
          </a:p>
        </p:txBody>
      </p:sp>
    </p:spTree>
    <p:extLst>
      <p:ext uri="{BB962C8B-B14F-4D97-AF65-F5344CB8AC3E}">
        <p14:creationId xmlns:p14="http://schemas.microsoft.com/office/powerpoint/2010/main" val="3385010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1D8B9A0-ED6D-4588-B123-A371653C9812}" type="slidenum">
              <a:rPr lang="en-IN" smtClean="0"/>
              <a:t>2</a:t>
            </a:fld>
            <a:endParaRPr lang="en-IN"/>
          </a:p>
        </p:txBody>
      </p:sp>
    </p:spTree>
    <p:extLst>
      <p:ext uri="{BB962C8B-B14F-4D97-AF65-F5344CB8AC3E}">
        <p14:creationId xmlns:p14="http://schemas.microsoft.com/office/powerpoint/2010/main" val="3839923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18" name="PlaceHolder 1"/>
          <p:cNvSpPr>
            <a:spLocks noGrp="1"/>
          </p:cNvSpPr>
          <p:nvPr>
            <p:ph type="title"/>
          </p:nvPr>
        </p:nvSpPr>
        <p:spPr>
          <a:xfrm>
            <a:off x="2335680" y="758160"/>
            <a:ext cx="4472280" cy="95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19"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_9">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18" name="Google Shape;9;p2"/>
          <p:cNvGrpSpPr/>
          <p:nvPr/>
        </p:nvGrpSpPr>
        <p:grpSpPr>
          <a:xfrm>
            <a:off x="0" y="0"/>
            <a:ext cx="9143280" cy="5142960"/>
            <a:chOff x="0" y="0"/>
            <a:chExt cx="9143280" cy="5142960"/>
          </a:xfrm>
        </p:grpSpPr>
        <p:sp>
          <p:nvSpPr>
            <p:cNvPr id="119" name="Google Shape;10;p2"/>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 name="Google Shape;11;p2"/>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 name="Google Shape;12;p2"/>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 name="Google Shape;13;p2"/>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 name="Google Shape;14;p2"/>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 name="Google Shape;15;p2"/>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 name="Google Shape;16;p2"/>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 name="Google Shape;17;p2"/>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 name="Google Shape;18;p2"/>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 name="Google Shape;19;p2"/>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 name="Google Shape;20;p2"/>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 name="Google Shape;21;p2"/>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 name="Google Shape;22;p2"/>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 name="Google Shape;23;p2"/>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 name="Google Shape;24;p2"/>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 name="Google Shape;25;p2"/>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 name="Google Shape;26;p2"/>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 name="Google Shape;27;p2"/>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 name="Google Shape;28;p2"/>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 name="Google Shape;29;p2"/>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 name="Google Shape;30;p2"/>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 name="Google Shape;31;p2"/>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 name="Google Shape;32;p2"/>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 name="Google Shape;33;p2"/>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 name="Google Shape;34;p2"/>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 name="Google Shape;35;p2"/>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 name="Google Shape;36;p2"/>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8" name="Google Shape;37;p2"/>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9" name="Google Shape;38;p2"/>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0" name="Google Shape;39;p2"/>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1" name="Google Shape;40;p2"/>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2" name="Google Shape;41;p2"/>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3" name="Google Shape;42;p2"/>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4" name="Google Shape;43;p2"/>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 name="Google Shape;44;p2"/>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6" name="Google Shape;45;p2"/>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7" name="Google Shape;46;p2"/>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8" name="Google Shape;47;p2"/>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39" name="PlaceHolder 1"/>
          <p:cNvSpPr>
            <a:spLocks noGrp="1"/>
          </p:cNvSpPr>
          <p:nvPr>
            <p:ph type="title"/>
          </p:nvPr>
        </p:nvSpPr>
        <p:spPr>
          <a:xfrm>
            <a:off x="1317600" y="1132200"/>
            <a:ext cx="6508440" cy="1998360"/>
          </a:xfrm>
          <a:prstGeom prst="rect">
            <a:avLst/>
          </a:prstGeom>
          <a:noFill/>
          <a:ln w="0">
            <a:noFill/>
          </a:ln>
          <a:effectLst>
            <a:outerShdw blurRad="142920" rotWithShape="0">
              <a:srgbClr val="8FFFFF">
                <a:alpha val="38000"/>
              </a:srgbClr>
            </a:outerShdw>
          </a:effectLst>
        </p:spPr>
        <p:txBody>
          <a:bodyPr lIns="91440" tIns="91440" rIns="91440" bIns="91440" anchor="ctr">
            <a:noAutofit/>
          </a:bodyPr>
          <a:lstStyle/>
          <a:p>
            <a:pPr indent="0">
              <a:buNone/>
            </a:pPr>
            <a:r>
              <a:rPr lang="fr-FR" sz="6500" b="0" strike="noStrike" spc="-1">
                <a:solidFill>
                  <a:schemeClr val="dk1"/>
                </a:solidFill>
                <a:latin typeface="Arial"/>
              </a:rPr>
              <a:t>Click to edit the title text format</a:t>
            </a:r>
          </a:p>
        </p:txBody>
      </p:sp>
      <p:grpSp>
        <p:nvGrpSpPr>
          <p:cNvPr id="40" name="Google Shape;50;p2"/>
          <p:cNvGrpSpPr/>
          <p:nvPr/>
        </p:nvGrpSpPr>
        <p:grpSpPr>
          <a:xfrm>
            <a:off x="0" y="607320"/>
            <a:ext cx="1284120" cy="586440"/>
            <a:chOff x="0" y="607320"/>
            <a:chExt cx="1284120" cy="586440"/>
          </a:xfrm>
        </p:grpSpPr>
        <p:sp>
          <p:nvSpPr>
            <p:cNvPr id="41" name="Google Shape;51;p2"/>
            <p:cNvSpPr/>
            <p:nvPr/>
          </p:nvSpPr>
          <p:spPr>
            <a:xfrm rot="16200000">
              <a:off x="348840" y="25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42" name="Google Shape;52;p2"/>
            <p:cNvGrpSpPr/>
            <p:nvPr/>
          </p:nvGrpSpPr>
          <p:grpSpPr>
            <a:xfrm>
              <a:off x="360" y="779760"/>
              <a:ext cx="882720" cy="241560"/>
              <a:chOff x="360" y="779760"/>
              <a:chExt cx="882720" cy="241560"/>
            </a:xfrm>
          </p:grpSpPr>
          <p:sp>
            <p:nvSpPr>
              <p:cNvPr id="43" name="Google Shape;53;p2"/>
              <p:cNvSpPr/>
              <p:nvPr/>
            </p:nvSpPr>
            <p:spPr>
              <a:xfrm rot="10800000">
                <a:off x="731160" y="7797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 name="Google Shape;54;p2"/>
              <p:cNvSpPr/>
              <p:nvPr/>
            </p:nvSpPr>
            <p:spPr>
              <a:xfrm rot="10800000">
                <a:off x="585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 name="Google Shape;55;p2"/>
              <p:cNvSpPr/>
              <p:nvPr/>
            </p:nvSpPr>
            <p:spPr>
              <a:xfrm rot="10800000">
                <a:off x="43920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 name="Google Shape;56;p2"/>
              <p:cNvSpPr/>
              <p:nvPr/>
            </p:nvSpPr>
            <p:spPr>
              <a:xfrm rot="10800000">
                <a:off x="29304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Google Shape;57;p2"/>
              <p:cNvSpPr/>
              <p:nvPr/>
            </p:nvSpPr>
            <p:spPr>
              <a:xfrm rot="10800000">
                <a:off x="14688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 name="Google Shape;58;p2"/>
              <p:cNvSpPr/>
              <p:nvPr/>
            </p:nvSpPr>
            <p:spPr>
              <a:xfrm rot="10800000">
                <a:off x="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49" name="Google Shape;59;p2"/>
          <p:cNvGrpSpPr/>
          <p:nvPr/>
        </p:nvGrpSpPr>
        <p:grpSpPr>
          <a:xfrm>
            <a:off x="-141480" y="2076840"/>
            <a:ext cx="552600" cy="98640"/>
            <a:chOff x="-141480" y="2076840"/>
            <a:chExt cx="552600" cy="98640"/>
          </a:xfrm>
        </p:grpSpPr>
        <p:sp>
          <p:nvSpPr>
            <p:cNvPr id="50" name="Google Shape;60;p2"/>
            <p:cNvSpPr/>
            <p:nvPr/>
          </p:nvSpPr>
          <p:spPr>
            <a:xfrm rot="5400000">
              <a:off x="312480" y="20768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1" name="Google Shape;61;p2"/>
            <p:cNvSpPr/>
            <p:nvPr/>
          </p:nvSpPr>
          <p:spPr>
            <a:xfrm rot="5400000">
              <a:off x="339120" y="2103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 name="Google Shape;62;p2"/>
            <p:cNvSpPr/>
            <p:nvPr/>
          </p:nvSpPr>
          <p:spPr>
            <a:xfrm rot="5400000">
              <a:off x="-141480" y="2079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3" name="Google Shape;63;p2"/>
            <p:cNvSpPr/>
            <p:nvPr/>
          </p:nvSpPr>
          <p:spPr>
            <a:xfrm rot="5400000">
              <a:off x="-117720" y="21038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 name="Google Shape;64;p2"/>
            <p:cNvSpPr/>
            <p:nvPr/>
          </p:nvSpPr>
          <p:spPr>
            <a:xfrm rot="5400000">
              <a:off x="134640" y="19411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55" name="Google Shape;65;p2"/>
          <p:cNvGrpSpPr/>
          <p:nvPr/>
        </p:nvGrpSpPr>
        <p:grpSpPr>
          <a:xfrm>
            <a:off x="-1414440" y="3058560"/>
            <a:ext cx="2297520" cy="347040"/>
            <a:chOff x="-1414440" y="3058560"/>
            <a:chExt cx="2297520" cy="347040"/>
          </a:xfrm>
        </p:grpSpPr>
        <p:sp>
          <p:nvSpPr>
            <p:cNvPr id="56" name="Google Shape;66;p2"/>
            <p:cNvSpPr/>
            <p:nvPr/>
          </p:nvSpPr>
          <p:spPr>
            <a:xfrm>
              <a:off x="-1414440" y="33379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 name="Google Shape;67;p2"/>
            <p:cNvSpPr/>
            <p:nvPr/>
          </p:nvSpPr>
          <p:spPr>
            <a:xfrm>
              <a:off x="-1111320" y="30585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8" name="Google Shape;68;p2"/>
          <p:cNvGrpSpPr/>
          <p:nvPr/>
        </p:nvGrpSpPr>
        <p:grpSpPr>
          <a:xfrm>
            <a:off x="-799200" y="4138920"/>
            <a:ext cx="1822320" cy="196560"/>
            <a:chOff x="-799200" y="4138920"/>
            <a:chExt cx="1822320" cy="196560"/>
          </a:xfrm>
        </p:grpSpPr>
        <p:sp>
          <p:nvSpPr>
            <p:cNvPr id="59" name="Google Shape;69;p2"/>
            <p:cNvSpPr/>
            <p:nvPr/>
          </p:nvSpPr>
          <p:spPr>
            <a:xfrm flipH="1">
              <a:off x="-799200" y="418536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0" name="Google Shape;70;p2"/>
            <p:cNvSpPr/>
            <p:nvPr/>
          </p:nvSpPr>
          <p:spPr>
            <a:xfrm flipH="1">
              <a:off x="931680" y="413892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1" name="Google Shape;71;p2"/>
            <p:cNvSpPr/>
            <p:nvPr/>
          </p:nvSpPr>
          <p:spPr>
            <a:xfrm flipH="1">
              <a:off x="955080" y="416376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2" name="Google Shape;72;p2"/>
          <p:cNvSpPr/>
          <p:nvPr/>
        </p:nvSpPr>
        <p:spPr>
          <a:xfrm rot="10800000">
            <a:off x="8028000" y="2479320"/>
            <a:ext cx="1994400" cy="67680"/>
          </a:xfrm>
          <a:prstGeom prst="roundRect">
            <a:avLst>
              <a:gd name="adj" fmla="val 50000"/>
            </a:avLst>
          </a:prstGeom>
          <a:gradFill rotWithShape="0">
            <a:gsLst>
              <a:gs pos="0">
                <a:srgbClr val="151B46"/>
              </a:gs>
              <a:gs pos="100000">
                <a:srgbClr val="8FFFFF"/>
              </a:gs>
            </a:gsLst>
            <a:lin ang="134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 name="Google Shape;73;p2"/>
          <p:cNvSpPr/>
          <p:nvPr/>
        </p:nvSpPr>
        <p:spPr>
          <a:xfrm rot="10800000">
            <a:off x="855756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 name="Google Shape;74;p2"/>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65" name="Google Shape;75;p2"/>
          <p:cNvGrpSpPr/>
          <p:nvPr/>
        </p:nvGrpSpPr>
        <p:grpSpPr>
          <a:xfrm>
            <a:off x="7812720" y="997920"/>
            <a:ext cx="1520640" cy="301680"/>
            <a:chOff x="7812720" y="997920"/>
            <a:chExt cx="1520640" cy="301680"/>
          </a:xfrm>
        </p:grpSpPr>
        <p:sp>
          <p:nvSpPr>
            <p:cNvPr id="66" name="Google Shape;76;p2"/>
            <p:cNvSpPr/>
            <p:nvPr/>
          </p:nvSpPr>
          <p:spPr>
            <a:xfrm>
              <a:off x="7906320" y="10443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7" name="Google Shape;77;p2"/>
            <p:cNvSpPr/>
            <p:nvPr/>
          </p:nvSpPr>
          <p:spPr>
            <a:xfrm>
              <a:off x="9241920" y="12081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8" name="Google Shape;78;p2"/>
            <p:cNvSpPr/>
            <p:nvPr/>
          </p:nvSpPr>
          <p:spPr>
            <a:xfrm>
              <a:off x="9265680" y="12326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 name="Google Shape;79;p2"/>
            <p:cNvSpPr/>
            <p:nvPr/>
          </p:nvSpPr>
          <p:spPr>
            <a:xfrm>
              <a:off x="7812720" y="99792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 name="Google Shape;80;p2"/>
            <p:cNvSpPr/>
            <p:nvPr/>
          </p:nvSpPr>
          <p:spPr>
            <a:xfrm>
              <a:off x="7836840" y="10227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1" name="Google Shape;81;p2"/>
          <p:cNvGrpSpPr/>
          <p:nvPr/>
        </p:nvGrpSpPr>
        <p:grpSpPr>
          <a:xfrm>
            <a:off x="8496000" y="1713600"/>
            <a:ext cx="882720" cy="241560"/>
            <a:chOff x="8496000" y="1713600"/>
            <a:chExt cx="882720" cy="241560"/>
          </a:xfrm>
        </p:grpSpPr>
        <p:sp>
          <p:nvSpPr>
            <p:cNvPr id="72" name="Google Shape;82;p2"/>
            <p:cNvSpPr/>
            <p:nvPr/>
          </p:nvSpPr>
          <p:spPr>
            <a:xfrm>
              <a:off x="8496000" y="171360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 name="Google Shape;83;p2"/>
            <p:cNvSpPr/>
            <p:nvPr/>
          </p:nvSpPr>
          <p:spPr>
            <a:xfrm>
              <a:off x="864324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 name="Google Shape;84;p2"/>
            <p:cNvSpPr/>
            <p:nvPr/>
          </p:nvSpPr>
          <p:spPr>
            <a:xfrm>
              <a:off x="878976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 name="Google Shape;85;p2"/>
            <p:cNvSpPr/>
            <p:nvPr/>
          </p:nvSpPr>
          <p:spPr>
            <a:xfrm>
              <a:off x="893592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 name="Google Shape;86;p2"/>
            <p:cNvSpPr/>
            <p:nvPr/>
          </p:nvSpPr>
          <p:spPr>
            <a:xfrm>
              <a:off x="908208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 name="Google Shape;87;p2"/>
            <p:cNvSpPr/>
            <p:nvPr/>
          </p:nvSpPr>
          <p:spPr>
            <a:xfrm>
              <a:off x="922824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8" name="Google Shape;88;p2"/>
          <p:cNvGrpSpPr/>
          <p:nvPr/>
        </p:nvGrpSpPr>
        <p:grpSpPr>
          <a:xfrm>
            <a:off x="8267400" y="3231000"/>
            <a:ext cx="1105560" cy="133560"/>
            <a:chOff x="8267400" y="3231000"/>
            <a:chExt cx="1105560" cy="133560"/>
          </a:xfrm>
        </p:grpSpPr>
        <p:grpSp>
          <p:nvGrpSpPr>
            <p:cNvPr id="79" name="Google Shape;89;p2"/>
            <p:cNvGrpSpPr/>
            <p:nvPr/>
          </p:nvGrpSpPr>
          <p:grpSpPr>
            <a:xfrm>
              <a:off x="8267400" y="3313800"/>
              <a:ext cx="883080" cy="50760"/>
              <a:chOff x="8267400" y="3313800"/>
              <a:chExt cx="883080" cy="50760"/>
            </a:xfrm>
          </p:grpSpPr>
          <p:sp>
            <p:nvSpPr>
              <p:cNvPr id="80" name="Google Shape;90;p2"/>
              <p:cNvSpPr/>
              <p:nvPr/>
            </p:nvSpPr>
            <p:spPr>
              <a:xfrm>
                <a:off x="826740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 name="Google Shape;91;p2"/>
              <p:cNvSpPr/>
              <p:nvPr/>
            </p:nvSpPr>
            <p:spPr>
              <a:xfrm>
                <a:off x="83599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2" name="Google Shape;92;p2"/>
              <p:cNvSpPr/>
              <p:nvPr/>
            </p:nvSpPr>
            <p:spPr>
              <a:xfrm>
                <a:off x="845244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 name="Google Shape;93;p2"/>
              <p:cNvSpPr/>
              <p:nvPr/>
            </p:nvSpPr>
            <p:spPr>
              <a:xfrm>
                <a:off x="854496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 name="Google Shape;94;p2"/>
              <p:cNvSpPr/>
              <p:nvPr/>
            </p:nvSpPr>
            <p:spPr>
              <a:xfrm>
                <a:off x="86371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 name="Google Shape;95;p2"/>
              <p:cNvSpPr/>
              <p:nvPr/>
            </p:nvSpPr>
            <p:spPr>
              <a:xfrm>
                <a:off x="872964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 name="Google Shape;96;p2"/>
              <p:cNvSpPr/>
              <p:nvPr/>
            </p:nvSpPr>
            <p:spPr>
              <a:xfrm>
                <a:off x="882216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 name="Google Shape;97;p2"/>
              <p:cNvSpPr/>
              <p:nvPr/>
            </p:nvSpPr>
            <p:spPr>
              <a:xfrm>
                <a:off x="891468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 name="Google Shape;98;p2"/>
              <p:cNvSpPr/>
              <p:nvPr/>
            </p:nvSpPr>
            <p:spPr>
              <a:xfrm>
                <a:off x="900720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 name="Google Shape;99;p2"/>
              <p:cNvSpPr/>
              <p:nvPr/>
            </p:nvSpPr>
            <p:spPr>
              <a:xfrm>
                <a:off x="90997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90" name="Google Shape;100;p2"/>
            <p:cNvGrpSpPr/>
            <p:nvPr/>
          </p:nvGrpSpPr>
          <p:grpSpPr>
            <a:xfrm>
              <a:off x="8490240" y="3231000"/>
              <a:ext cx="882720" cy="50760"/>
              <a:chOff x="8490240" y="3231000"/>
              <a:chExt cx="882720" cy="50760"/>
            </a:xfrm>
          </p:grpSpPr>
          <p:sp>
            <p:nvSpPr>
              <p:cNvPr id="91" name="Google Shape;101;p2"/>
              <p:cNvSpPr/>
              <p:nvPr/>
            </p:nvSpPr>
            <p:spPr>
              <a:xfrm>
                <a:off x="849024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 name="Google Shape;102;p2"/>
              <p:cNvSpPr/>
              <p:nvPr/>
            </p:nvSpPr>
            <p:spPr>
              <a:xfrm>
                <a:off x="85824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3" name="Google Shape;103;p2"/>
              <p:cNvSpPr/>
              <p:nvPr/>
            </p:nvSpPr>
            <p:spPr>
              <a:xfrm>
                <a:off x="867492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 name="Google Shape;104;p2"/>
              <p:cNvSpPr/>
              <p:nvPr/>
            </p:nvSpPr>
            <p:spPr>
              <a:xfrm>
                <a:off x="876744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 name="Google Shape;105;p2"/>
              <p:cNvSpPr/>
              <p:nvPr/>
            </p:nvSpPr>
            <p:spPr>
              <a:xfrm>
                <a:off x="885996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 name="Google Shape;106;p2"/>
              <p:cNvSpPr/>
              <p:nvPr/>
            </p:nvSpPr>
            <p:spPr>
              <a:xfrm>
                <a:off x="895248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 name="Google Shape;107;p2"/>
              <p:cNvSpPr/>
              <p:nvPr/>
            </p:nvSpPr>
            <p:spPr>
              <a:xfrm>
                <a:off x="90450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 name="Google Shape;108;p2"/>
              <p:cNvSpPr/>
              <p:nvPr/>
            </p:nvSpPr>
            <p:spPr>
              <a:xfrm>
                <a:off x="913752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 name="Google Shape;109;p2"/>
              <p:cNvSpPr/>
              <p:nvPr/>
            </p:nvSpPr>
            <p:spPr>
              <a:xfrm>
                <a:off x="922968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 name="Google Shape;110;p2"/>
              <p:cNvSpPr/>
              <p:nvPr/>
            </p:nvSpPr>
            <p:spPr>
              <a:xfrm>
                <a:off x="93222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101" name="Google Shape;111;p2"/>
          <p:cNvGrpSpPr/>
          <p:nvPr/>
        </p:nvGrpSpPr>
        <p:grpSpPr>
          <a:xfrm>
            <a:off x="7911360" y="4536000"/>
            <a:ext cx="1520280" cy="301680"/>
            <a:chOff x="7911360" y="4536000"/>
            <a:chExt cx="1520280" cy="301680"/>
          </a:xfrm>
        </p:grpSpPr>
        <p:sp>
          <p:nvSpPr>
            <p:cNvPr id="102" name="Google Shape;112;p2"/>
            <p:cNvSpPr/>
            <p:nvPr/>
          </p:nvSpPr>
          <p:spPr>
            <a:xfrm rot="5400000">
              <a:off x="8567640" y="401940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3" name="Google Shape;113;p2"/>
            <p:cNvSpPr/>
            <p:nvPr/>
          </p:nvSpPr>
          <p:spPr>
            <a:xfrm rot="5400000">
              <a:off x="9340200" y="4746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4" name="Google Shape;114;p2"/>
            <p:cNvSpPr/>
            <p:nvPr/>
          </p:nvSpPr>
          <p:spPr>
            <a:xfrm rot="5400000">
              <a:off x="9365040" y="47703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5" name="Google Shape;115;p2"/>
            <p:cNvSpPr/>
            <p:nvPr/>
          </p:nvSpPr>
          <p:spPr>
            <a:xfrm rot="5400000">
              <a:off x="7911360" y="4536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6" name="Google Shape;116;p2"/>
            <p:cNvSpPr/>
            <p:nvPr/>
          </p:nvSpPr>
          <p:spPr>
            <a:xfrm rot="5400000">
              <a:off x="7935480" y="45612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07" name="Google Shape;117;p2"/>
          <p:cNvGrpSpPr/>
          <p:nvPr/>
        </p:nvGrpSpPr>
        <p:grpSpPr>
          <a:xfrm>
            <a:off x="1710360" y="-108000"/>
            <a:ext cx="1520640" cy="301680"/>
            <a:chOff x="1710360" y="-108000"/>
            <a:chExt cx="1520640" cy="301680"/>
          </a:xfrm>
        </p:grpSpPr>
        <p:sp>
          <p:nvSpPr>
            <p:cNvPr id="108" name="Google Shape;118;p2"/>
            <p:cNvSpPr/>
            <p:nvPr/>
          </p:nvSpPr>
          <p:spPr>
            <a:xfrm>
              <a:off x="180396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9" name="Google Shape;119;p2"/>
            <p:cNvSpPr/>
            <p:nvPr/>
          </p:nvSpPr>
          <p:spPr>
            <a:xfrm>
              <a:off x="313956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0" name="Google Shape;120;p2"/>
            <p:cNvSpPr/>
            <p:nvPr/>
          </p:nvSpPr>
          <p:spPr>
            <a:xfrm>
              <a:off x="316332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 name="Google Shape;121;p2"/>
            <p:cNvSpPr/>
            <p:nvPr/>
          </p:nvSpPr>
          <p:spPr>
            <a:xfrm>
              <a:off x="171036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2" name="Google Shape;122;p2"/>
            <p:cNvSpPr/>
            <p:nvPr/>
          </p:nvSpPr>
          <p:spPr>
            <a:xfrm>
              <a:off x="173412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13" name="Google Shape;123;p2"/>
          <p:cNvGrpSpPr/>
          <p:nvPr/>
        </p:nvGrpSpPr>
        <p:grpSpPr>
          <a:xfrm>
            <a:off x="6421320" y="-1455120"/>
            <a:ext cx="347040" cy="2297160"/>
            <a:chOff x="6421320" y="-1455120"/>
            <a:chExt cx="347040" cy="2297160"/>
          </a:xfrm>
        </p:grpSpPr>
        <p:sp>
          <p:nvSpPr>
            <p:cNvPr id="114" name="Google Shape;124;p2"/>
            <p:cNvSpPr/>
            <p:nvPr/>
          </p:nvSpPr>
          <p:spPr>
            <a:xfrm rot="5400000">
              <a:off x="5457960" y="-4917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5" name="Google Shape;125;p2"/>
            <p:cNvSpPr/>
            <p:nvPr/>
          </p:nvSpPr>
          <p:spPr>
            <a:xfrm rot="5400000">
              <a:off x="5737320" y="-18900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16" name="Google Shape;126;p2"/>
          <p:cNvSpPr/>
          <p:nvPr/>
        </p:nvSpPr>
        <p:spPr>
          <a:xfrm rot="10800000">
            <a:off x="1024200" y="438984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626" name="Google Shape;1304;p17"/>
          <p:cNvGrpSpPr/>
          <p:nvPr/>
        </p:nvGrpSpPr>
        <p:grpSpPr>
          <a:xfrm>
            <a:off x="0" y="0"/>
            <a:ext cx="9143280" cy="5142960"/>
            <a:chOff x="0" y="0"/>
            <a:chExt cx="9143280" cy="5142960"/>
          </a:xfrm>
        </p:grpSpPr>
        <p:sp>
          <p:nvSpPr>
            <p:cNvPr id="627" name="Google Shape;1305;p17"/>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28" name="Google Shape;1306;p17"/>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29" name="Google Shape;1307;p17"/>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0" name="Google Shape;1308;p17"/>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1" name="Google Shape;1309;p17"/>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2" name="Google Shape;1310;p17"/>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3" name="Google Shape;1311;p17"/>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4" name="Google Shape;1312;p17"/>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5" name="Google Shape;1313;p17"/>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6" name="Google Shape;1314;p17"/>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7" name="Google Shape;1315;p17"/>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8" name="Google Shape;1316;p17"/>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9" name="Google Shape;1317;p17"/>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0" name="Google Shape;1318;p17"/>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1" name="Google Shape;1319;p17"/>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2" name="Google Shape;1320;p17"/>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3" name="Google Shape;1321;p17"/>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4" name="Google Shape;1322;p17"/>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5" name="Google Shape;1323;p17"/>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6" name="Google Shape;1324;p17"/>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7" name="Google Shape;1325;p17"/>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8" name="Google Shape;1326;p17"/>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9" name="Google Shape;1327;p17"/>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0" name="Google Shape;1328;p17"/>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1" name="Google Shape;1329;p17"/>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2" name="Google Shape;1330;p17"/>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3" name="Google Shape;1331;p17"/>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4" name="Google Shape;1332;p17"/>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5" name="Google Shape;1333;p17"/>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6" name="Google Shape;1334;p17"/>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7" name="Google Shape;1335;p17"/>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8" name="Google Shape;1336;p17"/>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9" name="Google Shape;1337;p17"/>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60" name="Google Shape;1338;p17"/>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61" name="Google Shape;1339;p17"/>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62" name="Google Shape;1340;p17"/>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63" name="Google Shape;1341;p17"/>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64" name="Google Shape;1342;p17"/>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665" name="PlaceHolder 1"/>
          <p:cNvSpPr>
            <a:spLocks noGrp="1"/>
          </p:cNvSpPr>
          <p:nvPr>
            <p:ph type="title"/>
          </p:nvPr>
        </p:nvSpPr>
        <p:spPr>
          <a:xfrm>
            <a:off x="713160" y="1088640"/>
            <a:ext cx="4401360" cy="1198440"/>
          </a:xfrm>
          <a:prstGeom prst="rect">
            <a:avLst/>
          </a:prstGeom>
          <a:noFill/>
          <a:ln w="0">
            <a:noFill/>
          </a:ln>
          <a:effectLst>
            <a:outerShdw blurRad="157320" rotWithShape="0">
              <a:srgbClr val="8FFFFF">
                <a:alpha val="40000"/>
              </a:srgbClr>
            </a:outerShdw>
          </a:effectLst>
        </p:spPr>
        <p:txBody>
          <a:bodyPr lIns="91440" tIns="91440" rIns="91440" bIns="91440" anchor="b">
            <a:noAutofit/>
          </a:bodyPr>
          <a:lstStyle/>
          <a:p>
            <a:pPr indent="0">
              <a:buNone/>
            </a:pPr>
            <a:r>
              <a:rPr lang="fr-FR" sz="3200" b="0" strike="noStrike" spc="-1">
                <a:solidFill>
                  <a:schemeClr val="dk1"/>
                </a:solidFill>
                <a:latin typeface="Arial"/>
              </a:rPr>
              <a:t>Click to edit the title text format</a:t>
            </a:r>
          </a:p>
        </p:txBody>
      </p:sp>
      <p:grpSp>
        <p:nvGrpSpPr>
          <p:cNvPr id="666" name="Google Shape;1345;p17"/>
          <p:cNvGrpSpPr/>
          <p:nvPr/>
        </p:nvGrpSpPr>
        <p:grpSpPr>
          <a:xfrm>
            <a:off x="8137440" y="-109440"/>
            <a:ext cx="586440" cy="1284120"/>
            <a:chOff x="8137440" y="-109440"/>
            <a:chExt cx="586440" cy="1284120"/>
          </a:xfrm>
        </p:grpSpPr>
        <p:sp>
          <p:nvSpPr>
            <p:cNvPr id="667" name="Google Shape;1346;p17"/>
            <p:cNvSpPr/>
            <p:nvPr/>
          </p:nvSpPr>
          <p:spPr>
            <a:xfrm>
              <a:off x="8137440" y="-10944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668" name="Google Shape;1347;p17"/>
            <p:cNvGrpSpPr/>
            <p:nvPr/>
          </p:nvGrpSpPr>
          <p:grpSpPr>
            <a:xfrm>
              <a:off x="8309880" y="-108720"/>
              <a:ext cx="241560" cy="882720"/>
              <a:chOff x="8309880" y="-108720"/>
              <a:chExt cx="241560" cy="882720"/>
            </a:xfrm>
          </p:grpSpPr>
          <p:sp>
            <p:nvSpPr>
              <p:cNvPr id="669" name="Google Shape;1348;p17"/>
              <p:cNvSpPr/>
              <p:nvPr/>
            </p:nvSpPr>
            <p:spPr>
              <a:xfrm rot="16200000">
                <a:off x="8354520" y="57708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0" name="Google Shape;1349;p17"/>
              <p:cNvSpPr/>
              <p:nvPr/>
            </p:nvSpPr>
            <p:spPr>
              <a:xfrm rot="16200000">
                <a:off x="8355240" y="4302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1" name="Google Shape;1350;p17"/>
              <p:cNvSpPr/>
              <p:nvPr/>
            </p:nvSpPr>
            <p:spPr>
              <a:xfrm rot="16200000">
                <a:off x="8355240" y="284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2" name="Google Shape;1351;p17"/>
              <p:cNvSpPr/>
              <p:nvPr/>
            </p:nvSpPr>
            <p:spPr>
              <a:xfrm rot="16200000">
                <a:off x="8355240" y="1378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3" name="Google Shape;1352;p17"/>
              <p:cNvSpPr/>
              <p:nvPr/>
            </p:nvSpPr>
            <p:spPr>
              <a:xfrm rot="16200000">
                <a:off x="8355240" y="-79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4" name="Google Shape;1353;p17"/>
              <p:cNvSpPr/>
              <p:nvPr/>
            </p:nvSpPr>
            <p:spPr>
              <a:xfrm rot="16200000">
                <a:off x="8355240" y="-1540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675" name="Google Shape;1354;p17"/>
          <p:cNvGrpSpPr/>
          <p:nvPr/>
        </p:nvGrpSpPr>
        <p:grpSpPr>
          <a:xfrm>
            <a:off x="2517480" y="-116280"/>
            <a:ext cx="1520640" cy="301320"/>
            <a:chOff x="2517480" y="-116280"/>
            <a:chExt cx="1520640" cy="301320"/>
          </a:xfrm>
        </p:grpSpPr>
        <p:sp>
          <p:nvSpPr>
            <p:cNvPr id="676" name="Google Shape;1355;p17"/>
            <p:cNvSpPr/>
            <p:nvPr/>
          </p:nvSpPr>
          <p:spPr>
            <a:xfrm>
              <a:off x="2611080" y="-6984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77" name="Google Shape;1356;p17"/>
            <p:cNvSpPr/>
            <p:nvPr/>
          </p:nvSpPr>
          <p:spPr>
            <a:xfrm>
              <a:off x="3946680" y="936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78" name="Google Shape;1357;p17"/>
            <p:cNvSpPr/>
            <p:nvPr/>
          </p:nvSpPr>
          <p:spPr>
            <a:xfrm>
              <a:off x="3970440" y="1184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9" name="Google Shape;1358;p17"/>
            <p:cNvSpPr/>
            <p:nvPr/>
          </p:nvSpPr>
          <p:spPr>
            <a:xfrm>
              <a:off x="2517480" y="-11628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80" name="Google Shape;1359;p17"/>
            <p:cNvSpPr/>
            <p:nvPr/>
          </p:nvSpPr>
          <p:spPr>
            <a:xfrm>
              <a:off x="2541600" y="-918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81" name="Google Shape;1360;p17"/>
          <p:cNvSpPr/>
          <p:nvPr/>
        </p:nvSpPr>
        <p:spPr>
          <a:xfrm rot="16200000">
            <a:off x="341640" y="-34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682" name="Google Shape;1361;p17"/>
          <p:cNvGrpSpPr/>
          <p:nvPr/>
        </p:nvGrpSpPr>
        <p:grpSpPr>
          <a:xfrm>
            <a:off x="4914000" y="675000"/>
            <a:ext cx="1252440" cy="50760"/>
            <a:chOff x="4914000" y="675000"/>
            <a:chExt cx="1252440" cy="50760"/>
          </a:xfrm>
        </p:grpSpPr>
        <p:sp>
          <p:nvSpPr>
            <p:cNvPr id="683" name="Google Shape;1362;p17"/>
            <p:cNvSpPr/>
            <p:nvPr/>
          </p:nvSpPr>
          <p:spPr>
            <a:xfrm>
              <a:off x="491400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4" name="Google Shape;1363;p17"/>
            <p:cNvSpPr/>
            <p:nvPr/>
          </p:nvSpPr>
          <p:spPr>
            <a:xfrm>
              <a:off x="500652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5" name="Google Shape;1364;p17"/>
            <p:cNvSpPr/>
            <p:nvPr/>
          </p:nvSpPr>
          <p:spPr>
            <a:xfrm>
              <a:off x="509868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6" name="Google Shape;1365;p17"/>
            <p:cNvSpPr/>
            <p:nvPr/>
          </p:nvSpPr>
          <p:spPr>
            <a:xfrm>
              <a:off x="519120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7" name="Google Shape;1366;p17"/>
            <p:cNvSpPr/>
            <p:nvPr/>
          </p:nvSpPr>
          <p:spPr>
            <a:xfrm>
              <a:off x="528372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8" name="Google Shape;1367;p17"/>
            <p:cNvSpPr/>
            <p:nvPr/>
          </p:nvSpPr>
          <p:spPr>
            <a:xfrm>
              <a:off x="537624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9" name="Google Shape;1368;p17"/>
            <p:cNvSpPr/>
            <p:nvPr/>
          </p:nvSpPr>
          <p:spPr>
            <a:xfrm>
              <a:off x="546876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0" name="Google Shape;1369;p17"/>
            <p:cNvSpPr/>
            <p:nvPr/>
          </p:nvSpPr>
          <p:spPr>
            <a:xfrm>
              <a:off x="556128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1" name="Google Shape;1370;p17"/>
            <p:cNvSpPr/>
            <p:nvPr/>
          </p:nvSpPr>
          <p:spPr>
            <a:xfrm>
              <a:off x="565380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2" name="Google Shape;1371;p17"/>
            <p:cNvSpPr/>
            <p:nvPr/>
          </p:nvSpPr>
          <p:spPr>
            <a:xfrm>
              <a:off x="574596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3" name="Google Shape;1372;p17"/>
            <p:cNvSpPr/>
            <p:nvPr/>
          </p:nvSpPr>
          <p:spPr>
            <a:xfrm>
              <a:off x="583848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4" name="Google Shape;1373;p17"/>
            <p:cNvSpPr/>
            <p:nvPr/>
          </p:nvSpPr>
          <p:spPr>
            <a:xfrm>
              <a:off x="593100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5" name="Google Shape;1374;p17"/>
            <p:cNvSpPr/>
            <p:nvPr/>
          </p:nvSpPr>
          <p:spPr>
            <a:xfrm>
              <a:off x="602352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6" name="Google Shape;1375;p17"/>
            <p:cNvSpPr/>
            <p:nvPr/>
          </p:nvSpPr>
          <p:spPr>
            <a:xfrm>
              <a:off x="611568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97" name="Google Shape;1376;p17"/>
          <p:cNvSpPr/>
          <p:nvPr/>
        </p:nvSpPr>
        <p:spPr>
          <a:xfrm rot="5400000">
            <a:off x="8208720" y="420408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8" name="Google Shape;1377;p17"/>
          <p:cNvSpPr/>
          <p:nvPr/>
        </p:nvSpPr>
        <p:spPr>
          <a:xfrm rot="10800000">
            <a:off x="1362600" y="424044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699" name="Google Shape;1378;p17"/>
          <p:cNvGrpSpPr/>
          <p:nvPr/>
        </p:nvGrpSpPr>
        <p:grpSpPr>
          <a:xfrm>
            <a:off x="5600520" y="4993560"/>
            <a:ext cx="1520280" cy="301680"/>
            <a:chOff x="5600520" y="4993560"/>
            <a:chExt cx="1520280" cy="301680"/>
          </a:xfrm>
        </p:grpSpPr>
        <p:sp>
          <p:nvSpPr>
            <p:cNvPr id="700" name="Google Shape;1379;p17"/>
            <p:cNvSpPr/>
            <p:nvPr/>
          </p:nvSpPr>
          <p:spPr>
            <a:xfrm>
              <a:off x="5693760" y="504000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1" name="Google Shape;1380;p17"/>
            <p:cNvSpPr/>
            <p:nvPr/>
          </p:nvSpPr>
          <p:spPr>
            <a:xfrm>
              <a:off x="7029360" y="52038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2" name="Google Shape;1381;p17"/>
            <p:cNvSpPr/>
            <p:nvPr/>
          </p:nvSpPr>
          <p:spPr>
            <a:xfrm>
              <a:off x="7053480" y="52286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3" name="Google Shape;1382;p17"/>
            <p:cNvSpPr/>
            <p:nvPr/>
          </p:nvSpPr>
          <p:spPr>
            <a:xfrm>
              <a:off x="5600520" y="499356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4" name="Google Shape;1383;p17"/>
            <p:cNvSpPr/>
            <p:nvPr/>
          </p:nvSpPr>
          <p:spPr>
            <a:xfrm>
              <a:off x="5624280" y="50184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05" name="Google Shape;1384;p17"/>
          <p:cNvGrpSpPr/>
          <p:nvPr/>
        </p:nvGrpSpPr>
        <p:grpSpPr>
          <a:xfrm>
            <a:off x="-217800" y="2000520"/>
            <a:ext cx="552600" cy="98640"/>
            <a:chOff x="-217800" y="2000520"/>
            <a:chExt cx="552600" cy="98640"/>
          </a:xfrm>
        </p:grpSpPr>
        <p:sp>
          <p:nvSpPr>
            <p:cNvPr id="706" name="Google Shape;1385;p17"/>
            <p:cNvSpPr/>
            <p:nvPr/>
          </p:nvSpPr>
          <p:spPr>
            <a:xfrm rot="5400000">
              <a:off x="236160" y="200052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7" name="Google Shape;1386;p17"/>
            <p:cNvSpPr/>
            <p:nvPr/>
          </p:nvSpPr>
          <p:spPr>
            <a:xfrm rot="5400000">
              <a:off x="262800" y="202752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8" name="Google Shape;1387;p17"/>
            <p:cNvSpPr/>
            <p:nvPr/>
          </p:nvSpPr>
          <p:spPr>
            <a:xfrm rot="5400000">
              <a:off x="-217800" y="20037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9" name="Google Shape;1388;p17"/>
            <p:cNvSpPr/>
            <p:nvPr/>
          </p:nvSpPr>
          <p:spPr>
            <a:xfrm rot="5400000">
              <a:off x="-193680" y="20275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0" name="Google Shape;1389;p17"/>
            <p:cNvSpPr/>
            <p:nvPr/>
          </p:nvSpPr>
          <p:spPr>
            <a:xfrm rot="5400000">
              <a:off x="58320" y="186480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71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30" name="Google Shape;2700;p34"/>
          <p:cNvGrpSpPr/>
          <p:nvPr/>
        </p:nvGrpSpPr>
        <p:grpSpPr>
          <a:xfrm>
            <a:off x="2131200" y="4336560"/>
            <a:ext cx="882720" cy="241560"/>
            <a:chOff x="2131200" y="4336560"/>
            <a:chExt cx="882720" cy="241560"/>
          </a:xfrm>
        </p:grpSpPr>
        <p:sp>
          <p:nvSpPr>
            <p:cNvPr id="2631" name="Google Shape;2701;p34"/>
            <p:cNvSpPr/>
            <p:nvPr/>
          </p:nvSpPr>
          <p:spPr>
            <a:xfrm rot="10800000">
              <a:off x="2862000" y="43365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2" name="Google Shape;2702;p34"/>
            <p:cNvSpPr/>
            <p:nvPr/>
          </p:nvSpPr>
          <p:spPr>
            <a:xfrm rot="10800000">
              <a:off x="271620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3" name="Google Shape;2703;p34"/>
            <p:cNvSpPr/>
            <p:nvPr/>
          </p:nvSpPr>
          <p:spPr>
            <a:xfrm rot="10800000">
              <a:off x="257004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4" name="Google Shape;2704;p34"/>
            <p:cNvSpPr/>
            <p:nvPr/>
          </p:nvSpPr>
          <p:spPr>
            <a:xfrm rot="10800000">
              <a:off x="242352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5" name="Google Shape;2705;p34"/>
            <p:cNvSpPr/>
            <p:nvPr/>
          </p:nvSpPr>
          <p:spPr>
            <a:xfrm rot="10800000">
              <a:off x="227736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6" name="Google Shape;2706;p34"/>
            <p:cNvSpPr/>
            <p:nvPr/>
          </p:nvSpPr>
          <p:spPr>
            <a:xfrm rot="10800000">
              <a:off x="213120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637" name="Google Shape;2707;p34"/>
          <p:cNvGrpSpPr/>
          <p:nvPr/>
        </p:nvGrpSpPr>
        <p:grpSpPr>
          <a:xfrm>
            <a:off x="4423680" y="4119480"/>
            <a:ext cx="296280" cy="1822320"/>
            <a:chOff x="4423680" y="4119480"/>
            <a:chExt cx="296280" cy="1822320"/>
          </a:xfrm>
        </p:grpSpPr>
        <p:sp>
          <p:nvSpPr>
            <p:cNvPr id="2638" name="Google Shape;2708;p34"/>
            <p:cNvSpPr/>
            <p:nvPr/>
          </p:nvSpPr>
          <p:spPr>
            <a:xfrm rot="5400000" flipV="1">
              <a:off x="3782880" y="5004720"/>
              <a:ext cx="1723680" cy="150120"/>
            </a:xfrm>
            <a:custGeom>
              <a:avLst/>
              <a:gdLst>
                <a:gd name="textAreaLeft" fmla="*/ 0 w 1723680"/>
                <a:gd name="textAreaRight" fmla="*/ 1724040 w 1723680"/>
                <a:gd name="textAreaTop" fmla="*/ -360 h 150120"/>
                <a:gd name="textAreaBottom" fmla="*/ 15012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39" name="Google Shape;2709;p34"/>
            <p:cNvSpPr/>
            <p:nvPr/>
          </p:nvSpPr>
          <p:spPr>
            <a:xfrm rot="5400000" flipV="1">
              <a:off x="4423680" y="471564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40" name="Google Shape;2710;p34"/>
            <p:cNvSpPr/>
            <p:nvPr/>
          </p:nvSpPr>
          <p:spPr>
            <a:xfrm rot="5400000" flipV="1">
              <a:off x="4448160" y="473976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41" name="Google Shape;2711;p34"/>
            <p:cNvSpPr/>
            <p:nvPr/>
          </p:nvSpPr>
          <p:spPr>
            <a:xfrm rot="5400000" flipV="1">
              <a:off x="4523400" y="411948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42" name="Google Shape;2712;p34"/>
            <p:cNvSpPr/>
            <p:nvPr/>
          </p:nvSpPr>
          <p:spPr>
            <a:xfrm rot="5400000" flipV="1">
              <a:off x="4547520" y="414360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43" name="Google Shape;2713;p34"/>
            <p:cNvSpPr/>
            <p:nvPr/>
          </p:nvSpPr>
          <p:spPr>
            <a:xfrm rot="5400000" flipV="1">
              <a:off x="3990240" y="5286240"/>
              <a:ext cx="1134360" cy="174960"/>
            </a:xfrm>
            <a:custGeom>
              <a:avLst/>
              <a:gdLst>
                <a:gd name="textAreaLeft" fmla="*/ 0 w 1134360"/>
                <a:gd name="textAreaRight" fmla="*/ 1134720 w 1134360"/>
                <a:gd name="textAreaTop" fmla="*/ 360 h 174960"/>
                <a:gd name="textAreaBottom" fmla="*/ 17568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2673" name="Google Shape;2743;p34"/>
          <p:cNvGrpSpPr/>
          <p:nvPr/>
        </p:nvGrpSpPr>
        <p:grpSpPr>
          <a:xfrm>
            <a:off x="5447160" y="4536000"/>
            <a:ext cx="1252800" cy="50760"/>
            <a:chOff x="5447160" y="4536000"/>
            <a:chExt cx="1252800" cy="50760"/>
          </a:xfrm>
        </p:grpSpPr>
        <p:sp>
          <p:nvSpPr>
            <p:cNvPr id="2674" name="Google Shape;2744;p34"/>
            <p:cNvSpPr/>
            <p:nvPr/>
          </p:nvSpPr>
          <p:spPr>
            <a:xfrm>
              <a:off x="54471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5" name="Google Shape;2745;p34"/>
            <p:cNvSpPr/>
            <p:nvPr/>
          </p:nvSpPr>
          <p:spPr>
            <a:xfrm>
              <a:off x="55396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6" name="Google Shape;2746;p34"/>
            <p:cNvSpPr/>
            <p:nvPr/>
          </p:nvSpPr>
          <p:spPr>
            <a:xfrm>
              <a:off x="56322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7" name="Google Shape;2747;p34"/>
            <p:cNvSpPr/>
            <p:nvPr/>
          </p:nvSpPr>
          <p:spPr>
            <a:xfrm>
              <a:off x="572472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8" name="Google Shape;2748;p34"/>
            <p:cNvSpPr/>
            <p:nvPr/>
          </p:nvSpPr>
          <p:spPr>
            <a:xfrm>
              <a:off x="581724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9" name="Google Shape;2749;p34"/>
            <p:cNvSpPr/>
            <p:nvPr/>
          </p:nvSpPr>
          <p:spPr>
            <a:xfrm>
              <a:off x="59097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0" name="Google Shape;2750;p34"/>
            <p:cNvSpPr/>
            <p:nvPr/>
          </p:nvSpPr>
          <p:spPr>
            <a:xfrm>
              <a:off x="60022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1" name="Google Shape;2751;p34"/>
            <p:cNvSpPr/>
            <p:nvPr/>
          </p:nvSpPr>
          <p:spPr>
            <a:xfrm>
              <a:off x="609444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2" name="Google Shape;2752;p34"/>
            <p:cNvSpPr/>
            <p:nvPr/>
          </p:nvSpPr>
          <p:spPr>
            <a:xfrm>
              <a:off x="61869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3" name="Google Shape;2753;p34"/>
            <p:cNvSpPr/>
            <p:nvPr/>
          </p:nvSpPr>
          <p:spPr>
            <a:xfrm>
              <a:off x="62794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4" name="Google Shape;2754;p34"/>
            <p:cNvSpPr/>
            <p:nvPr/>
          </p:nvSpPr>
          <p:spPr>
            <a:xfrm>
              <a:off x="63720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5" name="Google Shape;2755;p34"/>
            <p:cNvSpPr/>
            <p:nvPr/>
          </p:nvSpPr>
          <p:spPr>
            <a:xfrm>
              <a:off x="646452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6" name="Google Shape;2756;p34"/>
            <p:cNvSpPr/>
            <p:nvPr/>
          </p:nvSpPr>
          <p:spPr>
            <a:xfrm>
              <a:off x="65566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7" name="Google Shape;2757;p34"/>
            <p:cNvSpPr/>
            <p:nvPr/>
          </p:nvSpPr>
          <p:spPr>
            <a:xfrm>
              <a:off x="66492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Picture 3">
            <a:extLst>
              <a:ext uri="{FF2B5EF4-FFF2-40B4-BE49-F238E27FC236}">
                <a16:creationId xmlns:a16="http://schemas.microsoft.com/office/drawing/2014/main" id="{568ABD1D-424A-ECF6-DC3E-ED6C4CE6B3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39936" y="0"/>
            <a:ext cx="904064" cy="866515"/>
          </a:xfrm>
          <a:prstGeom prst="rect">
            <a:avLst/>
          </a:prstGeom>
        </p:spPr>
      </p:pic>
      <p:pic>
        <p:nvPicPr>
          <p:cNvPr id="3" name="Picture 2">
            <a:extLst>
              <a:ext uri="{FF2B5EF4-FFF2-40B4-BE49-F238E27FC236}">
                <a16:creationId xmlns:a16="http://schemas.microsoft.com/office/drawing/2014/main" id="{5A891F5C-BE18-85DE-AC53-B5720FC03D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6901" y="410032"/>
            <a:ext cx="6173557" cy="2094210"/>
          </a:xfrm>
          <a:prstGeom prst="rect">
            <a:avLst/>
          </a:prstGeom>
        </p:spPr>
      </p:pic>
      <p:sp>
        <p:nvSpPr>
          <p:cNvPr id="2812" name="PlaceHolder 2"/>
          <p:cNvSpPr>
            <a:spLocks noGrp="1"/>
          </p:cNvSpPr>
          <p:nvPr>
            <p:ph type="subTitle"/>
          </p:nvPr>
        </p:nvSpPr>
        <p:spPr>
          <a:xfrm>
            <a:off x="1533960" y="2666250"/>
            <a:ext cx="5829120" cy="141876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1400" b="0" strike="noStrike" spc="-1" dirty="0">
                <a:solidFill>
                  <a:schemeClr val="lt1"/>
                </a:solidFill>
                <a:latin typeface="Times New Roman" panose="02020603050405020304" pitchFamily="18" charset="0"/>
                <a:ea typeface="PT Sans"/>
                <a:cs typeface="Times New Roman" panose="02020603050405020304" pitchFamily="18" charset="0"/>
              </a:rPr>
              <a:t>The JEE Advanced mock test website serves as an essential resource for students preparing for the JEE Advanced examination. It offers a user-friendly interface that allows candidates to simulate real exam conditions through mock tests. The website is designed to enhance the learning experience by providing various resources to help students understand their strengths and weaknesses.</a:t>
            </a:r>
            <a:endParaRPr lang="en-US" sz="1400" b="0" strike="noStrike" spc="-1" dirty="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9" name="PlaceHolder 1"/>
          <p:cNvSpPr>
            <a:spLocks noGrp="1"/>
          </p:cNvSpPr>
          <p:nvPr>
            <p:ph type="title"/>
          </p:nvPr>
        </p:nvSpPr>
        <p:spPr>
          <a:xfrm>
            <a:off x="569918" y="-46980"/>
            <a:ext cx="4400280" cy="1199880"/>
          </a:xfrm>
          <a:prstGeom prst="rect">
            <a:avLst/>
          </a:prstGeom>
          <a:noFill/>
          <a:ln w="0">
            <a:noFill/>
          </a:ln>
          <a:effectLst>
            <a:outerShdw blurRad="157320" rotWithShape="0">
              <a:srgbClr val="8FFFFF">
                <a:alpha val="40000"/>
              </a:srgbClr>
            </a:outerShdw>
          </a:effectLst>
        </p:spPr>
        <p:txBody>
          <a:bodyPr lIns="91440" tIns="91440" rIns="91440" bIns="91440" anchor="b">
            <a:normAutofit/>
          </a:bodyPr>
          <a:lstStyle/>
          <a:p>
            <a:pPr indent="0">
              <a:lnSpc>
                <a:spcPct val="100000"/>
              </a:lnSpc>
              <a:buNone/>
              <a:tabLst>
                <a:tab pos="0" algn="l"/>
              </a:tabLst>
            </a:pPr>
            <a:r>
              <a:rPr lang="en" sz="3200" b="1" strike="noStrike" spc="-1" dirty="0">
                <a:solidFill>
                  <a:schemeClr val="lt1"/>
                </a:solidFill>
                <a:latin typeface="Exo"/>
                <a:ea typeface="Exo"/>
              </a:rPr>
              <a:t>OUR TEAM: -</a:t>
            </a:r>
            <a:endParaRPr lang="fr-FR" sz="3200" b="0" strike="noStrike" spc="-1" dirty="0">
              <a:solidFill>
                <a:schemeClr val="dk1"/>
              </a:solidFill>
              <a:latin typeface="Arial"/>
            </a:endParaRPr>
          </a:p>
        </p:txBody>
      </p:sp>
      <p:sp>
        <p:nvSpPr>
          <p:cNvPr id="2690" name="PlaceHolder 2"/>
          <p:cNvSpPr>
            <a:spLocks noGrp="1"/>
          </p:cNvSpPr>
          <p:nvPr>
            <p:ph type="subTitle"/>
          </p:nvPr>
        </p:nvSpPr>
        <p:spPr>
          <a:xfrm>
            <a:off x="543694" y="1291860"/>
            <a:ext cx="5229360" cy="2325780"/>
          </a:xfrm>
          <a:prstGeom prst="rect">
            <a:avLst/>
          </a:prstGeom>
          <a:noFill/>
          <a:ln w="0">
            <a:noFill/>
          </a:ln>
        </p:spPr>
        <p:txBody>
          <a:bodyPr lIns="91440" tIns="91440" rIns="91440" bIns="91440" anchor="t">
            <a:normAutofit/>
          </a:bodyPr>
          <a:lstStyle/>
          <a:p>
            <a:pPr marL="571500" indent="-342900">
              <a:lnSpc>
                <a:spcPct val="100000"/>
              </a:lnSpc>
              <a:buAutoNum type="arabicPeriod"/>
              <a:tabLst>
                <a:tab pos="0" algn="l"/>
              </a:tabLst>
            </a:pPr>
            <a:r>
              <a:rPr lang="en-US" sz="2000" b="0" strike="noStrike" spc="-1" dirty="0">
                <a:solidFill>
                  <a:srgbClr val="FFFFFF"/>
                </a:solidFill>
                <a:latin typeface="Times New Roman" panose="02020603050405020304" pitchFamily="18" charset="0"/>
                <a:cs typeface="Times New Roman" panose="02020603050405020304" pitchFamily="18" charset="0"/>
              </a:rPr>
              <a:t>Jenil Prajapati – U24CS107</a:t>
            </a:r>
          </a:p>
          <a:p>
            <a:pPr marL="571500" indent="-342900">
              <a:lnSpc>
                <a:spcPct val="100000"/>
              </a:lnSpc>
              <a:buAutoNum type="arabicPeriod"/>
              <a:tabLst>
                <a:tab pos="0" algn="l"/>
              </a:tabLst>
            </a:pPr>
            <a:r>
              <a:rPr lang="en-US" sz="2000" spc="-1" dirty="0">
                <a:solidFill>
                  <a:srgbClr val="FFFFFF"/>
                </a:solidFill>
                <a:latin typeface="Times New Roman" panose="02020603050405020304" pitchFamily="18" charset="0"/>
                <a:cs typeface="Times New Roman" panose="02020603050405020304" pitchFamily="18" charset="0"/>
              </a:rPr>
              <a:t>Vineet Gupta – U24CS117</a:t>
            </a:r>
          </a:p>
          <a:p>
            <a:pPr marL="571500" indent="-342900">
              <a:lnSpc>
                <a:spcPct val="100000"/>
              </a:lnSpc>
              <a:buAutoNum type="arabicPeriod"/>
              <a:tabLst>
                <a:tab pos="0" algn="l"/>
              </a:tabLst>
            </a:pPr>
            <a:r>
              <a:rPr lang="en-US" sz="2000" b="0" strike="noStrike" spc="-1" dirty="0">
                <a:solidFill>
                  <a:srgbClr val="FFFFFF"/>
                </a:solidFill>
                <a:latin typeface="Times New Roman" panose="02020603050405020304" pitchFamily="18" charset="0"/>
                <a:cs typeface="Times New Roman" panose="02020603050405020304" pitchFamily="18" charset="0"/>
              </a:rPr>
              <a:t>Ayushman Singh – U24CS103</a:t>
            </a:r>
          </a:p>
        </p:txBody>
      </p:sp>
      <p:sp>
        <p:nvSpPr>
          <p:cNvPr id="2691" name="Google Shape;2807;p37"/>
          <p:cNvSpPr/>
          <p:nvPr/>
        </p:nvSpPr>
        <p:spPr>
          <a:xfrm>
            <a:off x="5474880" y="1307160"/>
            <a:ext cx="2727360" cy="2729880"/>
          </a:xfrm>
          <a:prstGeom prst="ellipse">
            <a:avLst/>
          </a:prstGeom>
          <a:blipFill rotWithShape="0">
            <a:blip r:embed="rId3"/>
            <a:srcRect/>
            <a:stretch/>
          </a:blipFill>
          <a:ln w="0">
            <a:noFill/>
          </a:ln>
          <a:effectLst>
            <a:outerShdw blurRad="657360" algn="bl" rotWithShape="0">
              <a:schemeClr val="accent2">
                <a:alpha val="40000"/>
              </a:scheme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692" name="Google Shape;2808;p37"/>
          <p:cNvSpPr/>
          <p:nvPr/>
        </p:nvSpPr>
        <p:spPr>
          <a:xfrm>
            <a:off x="-1419120" y="4200480"/>
            <a:ext cx="1990440" cy="66240"/>
          </a:xfrm>
          <a:prstGeom prst="rect">
            <a:avLst/>
          </a:prstGeom>
          <a:gradFill rotWithShape="0">
            <a:gsLst>
              <a:gs pos="0">
                <a:srgbClr val="000000"/>
              </a:gs>
              <a:gs pos="100000">
                <a:srgbClr val="FFFFFF"/>
              </a:gs>
            </a:gsLst>
            <a:lin ang="2700000"/>
          </a:gradFill>
          <a:ln w="0">
            <a:noFill/>
          </a:ln>
        </p:spPr>
        <p:style>
          <a:lnRef idx="0">
            <a:scrgbClr r="0" g="0" b="0"/>
          </a:lnRef>
          <a:fillRef idx="0">
            <a:scrgbClr r="0" g="0" b="0"/>
          </a:fillRef>
          <a:effectRef idx="0">
            <a:scrgbClr r="0" g="0" b="0"/>
          </a:effectRef>
          <a:fontRef idx="minor"/>
        </p:style>
        <p:txBody>
          <a:bodyPr lIns="870823080" tIns="33120" rIns="870823080" bIns="33120" anchor="t">
            <a:spAutoFit/>
          </a:bodyPr>
          <a:lstStyle/>
          <a:p>
            <a:pPr defTabSz="914400">
              <a:lnSpc>
                <a:spcPct val="100000"/>
              </a:lnSpc>
              <a:tabLst>
                <a:tab pos="0" algn="l"/>
              </a:tabLst>
            </a:pPr>
            <a:endParaRPr lang="fr-FR" sz="1800" b="0" strike="noStrike" spc="-1">
              <a:solidFill>
                <a:schemeClr val="dk1"/>
              </a:solidFill>
              <a:latin typeface="Arial"/>
            </a:endParaRPr>
          </a:p>
        </p:txBody>
      </p:sp>
      <p:sp>
        <p:nvSpPr>
          <p:cNvPr id="2693" name="Google Shape;2809;p37"/>
          <p:cNvSpPr/>
          <p:nvPr/>
        </p:nvSpPr>
        <p:spPr>
          <a:xfrm>
            <a:off x="-1114560" y="3924360"/>
            <a:ext cx="1990440" cy="66240"/>
          </a:xfrm>
          <a:prstGeom prst="rect">
            <a:avLst/>
          </a:prstGeom>
          <a:gradFill rotWithShape="0">
            <a:gsLst>
              <a:gs pos="0">
                <a:srgbClr val="000000"/>
              </a:gs>
              <a:gs pos="100000">
                <a:srgbClr val="FFFFFF"/>
              </a:gs>
            </a:gsLst>
            <a:lin ang="2700000"/>
          </a:gradFill>
          <a:ln w="0">
            <a:noFill/>
          </a:ln>
        </p:spPr>
        <p:style>
          <a:lnRef idx="0">
            <a:scrgbClr r="0" g="0" b="0"/>
          </a:lnRef>
          <a:fillRef idx="0">
            <a:scrgbClr r="0" g="0" b="0"/>
          </a:fillRef>
          <a:effectRef idx="0">
            <a:scrgbClr r="0" g="0" b="0"/>
          </a:effectRef>
          <a:fontRef idx="minor"/>
        </p:style>
        <p:txBody>
          <a:bodyPr lIns="870823080" tIns="33120" rIns="870823080" bIns="33120" anchor="t">
            <a:spAutoFit/>
          </a:bodyPr>
          <a:lstStyle/>
          <a:p>
            <a:pPr defTabSz="914400">
              <a:lnSpc>
                <a:spcPct val="100000"/>
              </a:lnSpc>
              <a:tabLst>
                <a:tab pos="0" algn="l"/>
              </a:tabLst>
            </a:pPr>
            <a:endParaRPr lang="fr-FR" sz="1800" b="0" strike="noStrike" spc="-1">
              <a:solidFill>
                <a:schemeClr val="dk1"/>
              </a:solidFill>
              <a:latin typeface="Arial"/>
            </a:endParaRPr>
          </a:p>
        </p:txBody>
      </p:sp>
      <p:grpSp>
        <p:nvGrpSpPr>
          <p:cNvPr id="2694" name="Google Shape;2810;p37"/>
          <p:cNvGrpSpPr/>
          <p:nvPr/>
        </p:nvGrpSpPr>
        <p:grpSpPr>
          <a:xfrm>
            <a:off x="8092773" y="4266720"/>
            <a:ext cx="883080" cy="241560"/>
            <a:chOff x="7471800" y="3617640"/>
            <a:chExt cx="883080" cy="241560"/>
          </a:xfrm>
        </p:grpSpPr>
        <p:sp>
          <p:nvSpPr>
            <p:cNvPr id="2695" name="Google Shape;2811;p37"/>
            <p:cNvSpPr/>
            <p:nvPr/>
          </p:nvSpPr>
          <p:spPr>
            <a:xfrm rot="10800000">
              <a:off x="8202960" y="361764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96" name="Google Shape;2812;p37"/>
            <p:cNvSpPr/>
            <p:nvPr/>
          </p:nvSpPr>
          <p:spPr>
            <a:xfrm rot="10800000">
              <a:off x="8056800" y="3617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97" name="Google Shape;2813;p37"/>
            <p:cNvSpPr/>
            <p:nvPr/>
          </p:nvSpPr>
          <p:spPr>
            <a:xfrm rot="10800000">
              <a:off x="7910640" y="3617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98" name="Google Shape;2814;p37"/>
            <p:cNvSpPr/>
            <p:nvPr/>
          </p:nvSpPr>
          <p:spPr>
            <a:xfrm rot="10800000">
              <a:off x="7764480" y="3617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99" name="Google Shape;2815;p37"/>
            <p:cNvSpPr/>
            <p:nvPr/>
          </p:nvSpPr>
          <p:spPr>
            <a:xfrm rot="10800000">
              <a:off x="7618320" y="3617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00" name="Google Shape;2816;p37"/>
            <p:cNvSpPr/>
            <p:nvPr/>
          </p:nvSpPr>
          <p:spPr>
            <a:xfrm rot="10800000">
              <a:off x="7471800" y="3617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701" name="Google Shape;2817;p37"/>
          <p:cNvGrpSpPr/>
          <p:nvPr/>
        </p:nvGrpSpPr>
        <p:grpSpPr>
          <a:xfrm>
            <a:off x="2118600" y="412560"/>
            <a:ext cx="552600" cy="98640"/>
            <a:chOff x="2118600" y="412560"/>
            <a:chExt cx="552600" cy="98640"/>
          </a:xfrm>
        </p:grpSpPr>
        <p:sp>
          <p:nvSpPr>
            <p:cNvPr id="2702" name="Google Shape;2818;p37"/>
            <p:cNvSpPr/>
            <p:nvPr/>
          </p:nvSpPr>
          <p:spPr>
            <a:xfrm rot="5400000">
              <a:off x="2572560" y="41256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03" name="Google Shape;2819;p37"/>
            <p:cNvSpPr/>
            <p:nvPr/>
          </p:nvSpPr>
          <p:spPr>
            <a:xfrm rot="5400000">
              <a:off x="2599200" y="43956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04" name="Google Shape;2820;p37"/>
            <p:cNvSpPr/>
            <p:nvPr/>
          </p:nvSpPr>
          <p:spPr>
            <a:xfrm rot="5400000">
              <a:off x="2118600" y="4154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05" name="Google Shape;2821;p37"/>
            <p:cNvSpPr/>
            <p:nvPr/>
          </p:nvSpPr>
          <p:spPr>
            <a:xfrm rot="5400000">
              <a:off x="2142360" y="4395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06" name="Google Shape;2822;p37"/>
            <p:cNvSpPr/>
            <p:nvPr/>
          </p:nvSpPr>
          <p:spPr>
            <a:xfrm rot="5400000">
              <a:off x="2394720" y="27648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2707" name="Google Shape;2823;p37"/>
          <p:cNvGrpSpPr/>
          <p:nvPr/>
        </p:nvGrpSpPr>
        <p:grpSpPr>
          <a:xfrm>
            <a:off x="2596320" y="4298040"/>
            <a:ext cx="882720" cy="241560"/>
            <a:chOff x="2596320" y="4298040"/>
            <a:chExt cx="882720" cy="241560"/>
          </a:xfrm>
        </p:grpSpPr>
        <p:sp>
          <p:nvSpPr>
            <p:cNvPr id="2708" name="Google Shape;2824;p37"/>
            <p:cNvSpPr/>
            <p:nvPr/>
          </p:nvSpPr>
          <p:spPr>
            <a:xfrm>
              <a:off x="2596320" y="429804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09" name="Google Shape;2825;p37"/>
            <p:cNvSpPr/>
            <p:nvPr/>
          </p:nvSpPr>
          <p:spPr>
            <a:xfrm>
              <a:off x="2743560" y="4298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10" name="Google Shape;2826;p37"/>
            <p:cNvSpPr/>
            <p:nvPr/>
          </p:nvSpPr>
          <p:spPr>
            <a:xfrm>
              <a:off x="2889720" y="4298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11" name="Google Shape;2827;p37"/>
            <p:cNvSpPr/>
            <p:nvPr/>
          </p:nvSpPr>
          <p:spPr>
            <a:xfrm>
              <a:off x="3036240" y="4298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12" name="Google Shape;2828;p37"/>
            <p:cNvSpPr/>
            <p:nvPr/>
          </p:nvSpPr>
          <p:spPr>
            <a:xfrm>
              <a:off x="3182400" y="4298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13" name="Google Shape;2829;p37"/>
            <p:cNvSpPr/>
            <p:nvPr/>
          </p:nvSpPr>
          <p:spPr>
            <a:xfrm>
              <a:off x="3328560" y="4298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714" name="Google Shape;2830;p37"/>
          <p:cNvGrpSpPr/>
          <p:nvPr/>
        </p:nvGrpSpPr>
        <p:grpSpPr>
          <a:xfrm>
            <a:off x="4762080" y="4298040"/>
            <a:ext cx="1105920" cy="133560"/>
            <a:chOff x="4762080" y="4298040"/>
            <a:chExt cx="1105920" cy="133560"/>
          </a:xfrm>
        </p:grpSpPr>
        <p:grpSp>
          <p:nvGrpSpPr>
            <p:cNvPr id="2715" name="Google Shape;2831;p37"/>
            <p:cNvGrpSpPr/>
            <p:nvPr/>
          </p:nvGrpSpPr>
          <p:grpSpPr>
            <a:xfrm>
              <a:off x="4762080" y="4380840"/>
              <a:ext cx="883080" cy="50760"/>
              <a:chOff x="4762080" y="4380840"/>
              <a:chExt cx="883080" cy="50760"/>
            </a:xfrm>
          </p:grpSpPr>
          <p:sp>
            <p:nvSpPr>
              <p:cNvPr id="2716" name="Google Shape;2832;p37"/>
              <p:cNvSpPr/>
              <p:nvPr/>
            </p:nvSpPr>
            <p:spPr>
              <a:xfrm>
                <a:off x="476208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17" name="Google Shape;2833;p37"/>
              <p:cNvSpPr/>
              <p:nvPr/>
            </p:nvSpPr>
            <p:spPr>
              <a:xfrm>
                <a:off x="485460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18" name="Google Shape;2834;p37"/>
              <p:cNvSpPr/>
              <p:nvPr/>
            </p:nvSpPr>
            <p:spPr>
              <a:xfrm>
                <a:off x="494712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19" name="Google Shape;2835;p37"/>
              <p:cNvSpPr/>
              <p:nvPr/>
            </p:nvSpPr>
            <p:spPr>
              <a:xfrm>
                <a:off x="503964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0" name="Google Shape;2836;p37"/>
              <p:cNvSpPr/>
              <p:nvPr/>
            </p:nvSpPr>
            <p:spPr>
              <a:xfrm>
                <a:off x="513216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1" name="Google Shape;2837;p37"/>
              <p:cNvSpPr/>
              <p:nvPr/>
            </p:nvSpPr>
            <p:spPr>
              <a:xfrm>
                <a:off x="522468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2" name="Google Shape;2838;p37"/>
              <p:cNvSpPr/>
              <p:nvPr/>
            </p:nvSpPr>
            <p:spPr>
              <a:xfrm>
                <a:off x="531684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3" name="Google Shape;2839;p37"/>
              <p:cNvSpPr/>
              <p:nvPr/>
            </p:nvSpPr>
            <p:spPr>
              <a:xfrm>
                <a:off x="540936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4" name="Google Shape;2840;p37"/>
              <p:cNvSpPr/>
              <p:nvPr/>
            </p:nvSpPr>
            <p:spPr>
              <a:xfrm>
                <a:off x="550188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5" name="Google Shape;2841;p37"/>
              <p:cNvSpPr/>
              <p:nvPr/>
            </p:nvSpPr>
            <p:spPr>
              <a:xfrm>
                <a:off x="5594400" y="438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726" name="Google Shape;2842;p37"/>
            <p:cNvGrpSpPr/>
            <p:nvPr/>
          </p:nvGrpSpPr>
          <p:grpSpPr>
            <a:xfrm>
              <a:off x="4984920" y="4298040"/>
              <a:ext cx="883080" cy="50760"/>
              <a:chOff x="4984920" y="4298040"/>
              <a:chExt cx="883080" cy="50760"/>
            </a:xfrm>
          </p:grpSpPr>
          <p:sp>
            <p:nvSpPr>
              <p:cNvPr id="2727" name="Google Shape;2843;p37"/>
              <p:cNvSpPr/>
              <p:nvPr/>
            </p:nvSpPr>
            <p:spPr>
              <a:xfrm>
                <a:off x="498492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8" name="Google Shape;2844;p37"/>
              <p:cNvSpPr/>
              <p:nvPr/>
            </p:nvSpPr>
            <p:spPr>
              <a:xfrm>
                <a:off x="507744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9" name="Google Shape;2845;p37"/>
              <p:cNvSpPr/>
              <p:nvPr/>
            </p:nvSpPr>
            <p:spPr>
              <a:xfrm>
                <a:off x="516996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30" name="Google Shape;2846;p37"/>
              <p:cNvSpPr/>
              <p:nvPr/>
            </p:nvSpPr>
            <p:spPr>
              <a:xfrm>
                <a:off x="526212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31" name="Google Shape;2847;p37"/>
              <p:cNvSpPr/>
              <p:nvPr/>
            </p:nvSpPr>
            <p:spPr>
              <a:xfrm>
                <a:off x="535464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32" name="Google Shape;2848;p37"/>
              <p:cNvSpPr/>
              <p:nvPr/>
            </p:nvSpPr>
            <p:spPr>
              <a:xfrm>
                <a:off x="544716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33" name="Google Shape;2849;p37"/>
              <p:cNvSpPr/>
              <p:nvPr/>
            </p:nvSpPr>
            <p:spPr>
              <a:xfrm>
                <a:off x="553968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34" name="Google Shape;2850;p37"/>
              <p:cNvSpPr/>
              <p:nvPr/>
            </p:nvSpPr>
            <p:spPr>
              <a:xfrm>
                <a:off x="563220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35" name="Google Shape;2851;p37"/>
              <p:cNvSpPr/>
              <p:nvPr/>
            </p:nvSpPr>
            <p:spPr>
              <a:xfrm>
                <a:off x="572472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36" name="Google Shape;2852;p37"/>
              <p:cNvSpPr/>
              <p:nvPr/>
            </p:nvSpPr>
            <p:spPr>
              <a:xfrm>
                <a:off x="5817240" y="4298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73018F-D4AA-2489-C24F-8F1E17329FA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5874"/>
            <a:ext cx="2728760" cy="1285461"/>
          </a:xfrm>
          <a:prstGeom prst="rect">
            <a:avLst/>
          </a:prstGeom>
        </p:spPr>
      </p:pic>
      <p:pic>
        <p:nvPicPr>
          <p:cNvPr id="6" name="Picture 5">
            <a:extLst>
              <a:ext uri="{FF2B5EF4-FFF2-40B4-BE49-F238E27FC236}">
                <a16:creationId xmlns:a16="http://schemas.microsoft.com/office/drawing/2014/main" id="{0FEE0724-270E-AC7B-42F8-C7D0D3D626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5448" y="81834"/>
            <a:ext cx="2704824" cy="1285461"/>
          </a:xfrm>
          <a:prstGeom prst="rect">
            <a:avLst/>
          </a:prstGeom>
        </p:spPr>
      </p:pic>
      <p:sp>
        <p:nvSpPr>
          <p:cNvPr id="10" name="Arrow: Right 9">
            <a:extLst>
              <a:ext uri="{FF2B5EF4-FFF2-40B4-BE49-F238E27FC236}">
                <a16:creationId xmlns:a16="http://schemas.microsoft.com/office/drawing/2014/main" id="{054EB87B-8BB5-F7EC-97E8-551FFD390A18}"/>
              </a:ext>
            </a:extLst>
          </p:cNvPr>
          <p:cNvSpPr/>
          <p:nvPr/>
        </p:nvSpPr>
        <p:spPr>
          <a:xfrm>
            <a:off x="2728760" y="526773"/>
            <a:ext cx="1041485" cy="13749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EC8484B6-F7EA-0557-C191-28DCDFC013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58430" y="1690292"/>
            <a:ext cx="2785570" cy="1344455"/>
          </a:xfrm>
          <a:prstGeom prst="rect">
            <a:avLst/>
          </a:prstGeom>
        </p:spPr>
      </p:pic>
      <p:sp>
        <p:nvSpPr>
          <p:cNvPr id="13" name="Rectangle 12">
            <a:extLst>
              <a:ext uri="{FF2B5EF4-FFF2-40B4-BE49-F238E27FC236}">
                <a16:creationId xmlns:a16="http://schemas.microsoft.com/office/drawing/2014/main" id="{DB44C492-95D1-FE93-A840-EC3258DBF2C1}"/>
              </a:ext>
            </a:extLst>
          </p:cNvPr>
          <p:cNvSpPr/>
          <p:nvPr/>
        </p:nvSpPr>
        <p:spPr>
          <a:xfrm>
            <a:off x="6475069" y="584752"/>
            <a:ext cx="1184688" cy="7951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a:extLst>
              <a:ext uri="{FF2B5EF4-FFF2-40B4-BE49-F238E27FC236}">
                <a16:creationId xmlns:a16="http://schemas.microsoft.com/office/drawing/2014/main" id="{242089CD-A0DD-401D-A87B-A7080AB539D6}"/>
              </a:ext>
            </a:extLst>
          </p:cNvPr>
          <p:cNvSpPr/>
          <p:nvPr/>
        </p:nvSpPr>
        <p:spPr>
          <a:xfrm>
            <a:off x="7600123" y="584750"/>
            <a:ext cx="145773" cy="1051893"/>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F47D230E-4019-0F7D-AC43-B2CFE4660461}"/>
              </a:ext>
            </a:extLst>
          </p:cNvPr>
          <p:cNvSpPr txBox="1"/>
          <p:nvPr/>
        </p:nvSpPr>
        <p:spPr>
          <a:xfrm>
            <a:off x="671954" y="1361060"/>
            <a:ext cx="1384851" cy="307777"/>
          </a:xfrm>
          <a:prstGeom prst="rect">
            <a:avLst/>
          </a:prstGeom>
          <a:noFill/>
        </p:spPr>
        <p:txBody>
          <a:bodyPr wrap="square" rtlCol="0">
            <a:spAutoFit/>
          </a:bodyPr>
          <a:lstStyle/>
          <a:p>
            <a:r>
              <a:rPr lang="en-US" sz="1400" dirty="0">
                <a:solidFill>
                  <a:schemeClr val="bg1"/>
                </a:solidFill>
              </a:rPr>
              <a:t>Login Page</a:t>
            </a:r>
            <a:endParaRPr lang="en-IN" sz="1400" dirty="0">
              <a:solidFill>
                <a:schemeClr val="bg1"/>
              </a:solidFill>
            </a:endParaRPr>
          </a:p>
        </p:txBody>
      </p:sp>
      <p:sp>
        <p:nvSpPr>
          <p:cNvPr id="16" name="TextBox 15">
            <a:extLst>
              <a:ext uri="{FF2B5EF4-FFF2-40B4-BE49-F238E27FC236}">
                <a16:creationId xmlns:a16="http://schemas.microsoft.com/office/drawing/2014/main" id="{DE310978-70E0-6D2E-3552-ACAC27E1CC00}"/>
              </a:ext>
            </a:extLst>
          </p:cNvPr>
          <p:cNvSpPr txBox="1"/>
          <p:nvPr/>
        </p:nvSpPr>
        <p:spPr>
          <a:xfrm>
            <a:off x="2764575" y="685295"/>
            <a:ext cx="867545" cy="600164"/>
          </a:xfrm>
          <a:prstGeom prst="rect">
            <a:avLst/>
          </a:prstGeom>
          <a:noFill/>
        </p:spPr>
        <p:txBody>
          <a:bodyPr wrap="none" rtlCol="0">
            <a:spAutoFit/>
          </a:bodyPr>
          <a:lstStyle/>
          <a:p>
            <a:r>
              <a:rPr lang="en-US" sz="1100" dirty="0">
                <a:solidFill>
                  <a:schemeClr val="bg1"/>
                </a:solidFill>
              </a:rPr>
              <a:t>Redirected</a:t>
            </a:r>
          </a:p>
          <a:p>
            <a:r>
              <a:rPr lang="en-US" sz="1100" dirty="0">
                <a:solidFill>
                  <a:schemeClr val="bg1"/>
                </a:solidFill>
              </a:rPr>
              <a:t>to Home </a:t>
            </a:r>
          </a:p>
          <a:p>
            <a:r>
              <a:rPr lang="en-US" sz="1100" dirty="0">
                <a:solidFill>
                  <a:schemeClr val="bg1"/>
                </a:solidFill>
              </a:rPr>
              <a:t>Page </a:t>
            </a:r>
            <a:endParaRPr lang="en-IN" sz="1100" dirty="0">
              <a:solidFill>
                <a:schemeClr val="bg1"/>
              </a:solidFill>
            </a:endParaRPr>
          </a:p>
        </p:txBody>
      </p:sp>
      <p:sp>
        <p:nvSpPr>
          <p:cNvPr id="17" name="TextBox 16">
            <a:extLst>
              <a:ext uri="{FF2B5EF4-FFF2-40B4-BE49-F238E27FC236}">
                <a16:creationId xmlns:a16="http://schemas.microsoft.com/office/drawing/2014/main" id="{D374A8D6-8E9E-7CED-110F-CE3756A516A2}"/>
              </a:ext>
            </a:extLst>
          </p:cNvPr>
          <p:cNvSpPr txBox="1"/>
          <p:nvPr/>
        </p:nvSpPr>
        <p:spPr>
          <a:xfrm>
            <a:off x="4393762" y="1367295"/>
            <a:ext cx="1540267" cy="338554"/>
          </a:xfrm>
          <a:prstGeom prst="rect">
            <a:avLst/>
          </a:prstGeom>
          <a:noFill/>
        </p:spPr>
        <p:txBody>
          <a:bodyPr wrap="square" rtlCol="0">
            <a:spAutoFit/>
          </a:bodyPr>
          <a:lstStyle/>
          <a:p>
            <a:r>
              <a:rPr lang="en-US" sz="1600" dirty="0">
                <a:solidFill>
                  <a:schemeClr val="bg1"/>
                </a:solidFill>
              </a:rPr>
              <a:t>Home Page</a:t>
            </a:r>
            <a:endParaRPr lang="en-IN" sz="1600" dirty="0">
              <a:solidFill>
                <a:schemeClr val="bg1"/>
              </a:solidFill>
            </a:endParaRPr>
          </a:p>
        </p:txBody>
      </p:sp>
      <p:sp>
        <p:nvSpPr>
          <p:cNvPr id="18" name="TextBox 17">
            <a:extLst>
              <a:ext uri="{FF2B5EF4-FFF2-40B4-BE49-F238E27FC236}">
                <a16:creationId xmlns:a16="http://schemas.microsoft.com/office/drawing/2014/main" id="{8928EED2-FBDA-CAB1-5173-C6C0B9F42EE3}"/>
              </a:ext>
            </a:extLst>
          </p:cNvPr>
          <p:cNvSpPr txBox="1"/>
          <p:nvPr/>
        </p:nvSpPr>
        <p:spPr>
          <a:xfrm>
            <a:off x="6576411" y="667834"/>
            <a:ext cx="1875182" cy="938719"/>
          </a:xfrm>
          <a:prstGeom prst="rect">
            <a:avLst/>
          </a:prstGeom>
          <a:noFill/>
        </p:spPr>
        <p:txBody>
          <a:bodyPr wrap="square" rtlCol="0">
            <a:spAutoFit/>
          </a:bodyPr>
          <a:lstStyle/>
          <a:p>
            <a:r>
              <a:rPr lang="en-US" sz="1100" dirty="0">
                <a:solidFill>
                  <a:schemeClr val="bg1"/>
                </a:solidFill>
              </a:rPr>
              <a:t>User </a:t>
            </a:r>
          </a:p>
          <a:p>
            <a:r>
              <a:rPr lang="en-US" sz="1100" dirty="0">
                <a:solidFill>
                  <a:schemeClr val="bg1"/>
                </a:solidFill>
              </a:rPr>
              <a:t>redirected</a:t>
            </a:r>
          </a:p>
          <a:p>
            <a:r>
              <a:rPr lang="en-IN" sz="1100" dirty="0">
                <a:solidFill>
                  <a:schemeClr val="bg1"/>
                </a:solidFill>
              </a:rPr>
              <a:t>To Instruction</a:t>
            </a:r>
          </a:p>
          <a:p>
            <a:r>
              <a:rPr lang="en-IN" sz="1100" dirty="0">
                <a:solidFill>
                  <a:schemeClr val="bg1"/>
                </a:solidFill>
              </a:rPr>
              <a:t>after starting </a:t>
            </a:r>
          </a:p>
          <a:p>
            <a:r>
              <a:rPr lang="en-IN" sz="1100" dirty="0">
                <a:solidFill>
                  <a:schemeClr val="bg1"/>
                </a:solidFill>
              </a:rPr>
              <a:t>test</a:t>
            </a:r>
          </a:p>
        </p:txBody>
      </p:sp>
      <p:pic>
        <p:nvPicPr>
          <p:cNvPr id="20" name="Picture 19">
            <a:extLst>
              <a:ext uri="{FF2B5EF4-FFF2-40B4-BE49-F238E27FC236}">
                <a16:creationId xmlns:a16="http://schemas.microsoft.com/office/drawing/2014/main" id="{892314AA-8D23-26C4-DF16-AE3E62F35A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75069" y="3796113"/>
            <a:ext cx="2678436" cy="1271524"/>
          </a:xfrm>
          <a:prstGeom prst="rect">
            <a:avLst/>
          </a:prstGeom>
        </p:spPr>
      </p:pic>
      <p:sp>
        <p:nvSpPr>
          <p:cNvPr id="21" name="Arrow: Down 20">
            <a:extLst>
              <a:ext uri="{FF2B5EF4-FFF2-40B4-BE49-F238E27FC236}">
                <a16:creationId xmlns:a16="http://schemas.microsoft.com/office/drawing/2014/main" id="{E2A13ECD-D4E2-73F5-8FC8-FF1E794B238F}"/>
              </a:ext>
            </a:extLst>
          </p:cNvPr>
          <p:cNvSpPr/>
          <p:nvPr/>
        </p:nvSpPr>
        <p:spPr>
          <a:xfrm>
            <a:off x="7673009" y="3088396"/>
            <a:ext cx="150191" cy="69062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AB86ADB9-69FF-C655-0FFE-7DDB005CEACF}"/>
              </a:ext>
            </a:extLst>
          </p:cNvPr>
          <p:cNvSpPr txBox="1"/>
          <p:nvPr/>
        </p:nvSpPr>
        <p:spPr>
          <a:xfrm>
            <a:off x="6434188" y="3018127"/>
            <a:ext cx="1238821" cy="769441"/>
          </a:xfrm>
          <a:prstGeom prst="rect">
            <a:avLst/>
          </a:prstGeom>
          <a:noFill/>
        </p:spPr>
        <p:txBody>
          <a:bodyPr wrap="square" rtlCol="0">
            <a:spAutoFit/>
          </a:bodyPr>
          <a:lstStyle/>
          <a:p>
            <a:r>
              <a:rPr lang="en-US" sz="1100" dirty="0">
                <a:solidFill>
                  <a:schemeClr val="bg1"/>
                </a:solidFill>
              </a:rPr>
              <a:t>After reading instructions user redirected to question page</a:t>
            </a:r>
            <a:endParaRPr lang="en-US" sz="1200" dirty="0">
              <a:solidFill>
                <a:schemeClr val="bg1"/>
              </a:solidFill>
            </a:endParaRPr>
          </a:p>
        </p:txBody>
      </p:sp>
      <p:cxnSp>
        <p:nvCxnSpPr>
          <p:cNvPr id="24" name="Connector: Curved 23">
            <a:extLst>
              <a:ext uri="{FF2B5EF4-FFF2-40B4-BE49-F238E27FC236}">
                <a16:creationId xmlns:a16="http://schemas.microsoft.com/office/drawing/2014/main" id="{08200CE5-5E77-DFA5-51E7-44E0D8982664}"/>
              </a:ext>
            </a:extLst>
          </p:cNvPr>
          <p:cNvCxnSpPr/>
          <p:nvPr/>
        </p:nvCxnSpPr>
        <p:spPr>
          <a:xfrm>
            <a:off x="1305339" y="985377"/>
            <a:ext cx="2584174" cy="6873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FE2FCBEF-A39A-9F44-DD8C-C97C227D70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386" y="2150964"/>
            <a:ext cx="2704824" cy="1282642"/>
          </a:xfrm>
          <a:prstGeom prst="rect">
            <a:avLst/>
          </a:prstGeom>
        </p:spPr>
      </p:pic>
      <p:sp>
        <p:nvSpPr>
          <p:cNvPr id="28" name="Arrow: Down 27">
            <a:extLst>
              <a:ext uri="{FF2B5EF4-FFF2-40B4-BE49-F238E27FC236}">
                <a16:creationId xmlns:a16="http://schemas.microsoft.com/office/drawing/2014/main" id="{F2A238FF-07C1-F904-E1CE-EDF89F0BE3FE}"/>
              </a:ext>
            </a:extLst>
          </p:cNvPr>
          <p:cNvSpPr/>
          <p:nvPr/>
        </p:nvSpPr>
        <p:spPr>
          <a:xfrm flipV="1">
            <a:off x="967647" y="3433604"/>
            <a:ext cx="137621" cy="114474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860E0731-3D8D-E25E-BA3C-CD339098C5B8}"/>
              </a:ext>
            </a:extLst>
          </p:cNvPr>
          <p:cNvSpPr/>
          <p:nvPr/>
        </p:nvSpPr>
        <p:spPr>
          <a:xfrm>
            <a:off x="1022203" y="4526213"/>
            <a:ext cx="1397378" cy="469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A2907DC3-34C3-6D08-3270-AA0CA2A3EBA4}"/>
              </a:ext>
            </a:extLst>
          </p:cNvPr>
          <p:cNvSpPr txBox="1"/>
          <p:nvPr/>
        </p:nvSpPr>
        <p:spPr>
          <a:xfrm>
            <a:off x="1103924" y="3592317"/>
            <a:ext cx="1397378" cy="646331"/>
          </a:xfrm>
          <a:prstGeom prst="rect">
            <a:avLst/>
          </a:prstGeom>
          <a:noFill/>
        </p:spPr>
        <p:txBody>
          <a:bodyPr wrap="square" rtlCol="0">
            <a:spAutoFit/>
          </a:bodyPr>
          <a:lstStyle/>
          <a:p>
            <a:r>
              <a:rPr lang="en-US" sz="1200" dirty="0">
                <a:solidFill>
                  <a:schemeClr val="bg1"/>
                </a:solidFill>
              </a:rPr>
              <a:t>User can access</a:t>
            </a:r>
          </a:p>
          <a:p>
            <a:r>
              <a:rPr lang="en-US" sz="1200" dirty="0">
                <a:solidFill>
                  <a:schemeClr val="bg1"/>
                </a:solidFill>
              </a:rPr>
              <a:t>their history after </a:t>
            </a:r>
          </a:p>
          <a:p>
            <a:r>
              <a:rPr lang="en-US" sz="1200" dirty="0">
                <a:solidFill>
                  <a:schemeClr val="bg1"/>
                </a:solidFill>
              </a:rPr>
              <a:t>test</a:t>
            </a:r>
            <a:endParaRPr lang="en-IN" sz="1200" dirty="0">
              <a:solidFill>
                <a:schemeClr val="bg1"/>
              </a:solidFill>
            </a:endParaRPr>
          </a:p>
        </p:txBody>
      </p:sp>
      <p:sp>
        <p:nvSpPr>
          <p:cNvPr id="31" name="Arrow: Right 30">
            <a:extLst>
              <a:ext uri="{FF2B5EF4-FFF2-40B4-BE49-F238E27FC236}">
                <a16:creationId xmlns:a16="http://schemas.microsoft.com/office/drawing/2014/main" id="{27538782-C67E-9D26-E8F6-4B3180757CDD}"/>
              </a:ext>
            </a:extLst>
          </p:cNvPr>
          <p:cNvSpPr/>
          <p:nvPr/>
        </p:nvSpPr>
        <p:spPr>
          <a:xfrm flipH="1">
            <a:off x="5123061" y="4323434"/>
            <a:ext cx="1352008" cy="15580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FD96DD08-FA3D-3265-0527-55F85E447DEB}"/>
              </a:ext>
            </a:extLst>
          </p:cNvPr>
          <p:cNvSpPr/>
          <p:nvPr/>
        </p:nvSpPr>
        <p:spPr>
          <a:xfrm>
            <a:off x="2550043" y="1474220"/>
            <a:ext cx="3765317" cy="209155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Flow Diagram</a:t>
            </a:r>
          </a:p>
          <a:p>
            <a:pPr algn="ctr"/>
            <a:r>
              <a:rPr lang="en-US" sz="3600" b="1" dirty="0">
                <a:solidFill>
                  <a:schemeClr val="bg1"/>
                </a:solidFill>
                <a:latin typeface="Times New Roman" panose="02020603050405020304" pitchFamily="18" charset="0"/>
                <a:cs typeface="Times New Roman" panose="02020603050405020304" pitchFamily="18" charset="0"/>
              </a:rPr>
              <a:t>Of Website</a:t>
            </a: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589B6C2-9CDA-FA96-489D-ED1C3699D21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15122" y="3779024"/>
            <a:ext cx="2682650" cy="128264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D4AC-DFFE-4F0D-1421-058F5F0322BE}"/>
              </a:ext>
            </a:extLst>
          </p:cNvPr>
          <p:cNvSpPr>
            <a:spLocks noGrp="1"/>
          </p:cNvSpPr>
          <p:nvPr>
            <p:ph type="title" idx="4294967295"/>
          </p:nvPr>
        </p:nvSpPr>
        <p:spPr>
          <a:xfrm>
            <a:off x="2228282" y="199293"/>
            <a:ext cx="4057650" cy="493713"/>
          </a:xfrm>
        </p:spPr>
        <p:txBody>
          <a:bodyPr/>
          <a:lstStyle/>
          <a:p>
            <a:r>
              <a:rPr lang="en-US" sz="3000" dirty="0">
                <a:solidFill>
                  <a:schemeClr val="bg1"/>
                </a:solidFill>
                <a:latin typeface="Times New Roman" panose="02020603050405020304" pitchFamily="18" charset="0"/>
                <a:cs typeface="Times New Roman" panose="02020603050405020304" pitchFamily="18" charset="0"/>
              </a:rPr>
              <a:t>1. Login/Register Page</a:t>
            </a:r>
            <a:endParaRPr lang="en-IN" sz="3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12C098C-B703-651A-AC6D-07CEE17F18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91" y="781331"/>
            <a:ext cx="4333461" cy="2264646"/>
          </a:xfrm>
          <a:prstGeom prst="rect">
            <a:avLst/>
          </a:prstGeom>
        </p:spPr>
      </p:pic>
      <p:sp>
        <p:nvSpPr>
          <p:cNvPr id="7" name="TextBox 6">
            <a:extLst>
              <a:ext uri="{FF2B5EF4-FFF2-40B4-BE49-F238E27FC236}">
                <a16:creationId xmlns:a16="http://schemas.microsoft.com/office/drawing/2014/main" id="{9E4D5B34-E119-700B-A46E-7D23D5A9E071}"/>
              </a:ext>
            </a:extLst>
          </p:cNvPr>
          <p:cNvSpPr txBox="1"/>
          <p:nvPr/>
        </p:nvSpPr>
        <p:spPr>
          <a:xfrm>
            <a:off x="1465776" y="3045977"/>
            <a:ext cx="1220206" cy="338554"/>
          </a:xfrm>
          <a:prstGeom prst="rect">
            <a:avLst/>
          </a:prstGeom>
          <a:noFill/>
        </p:spPr>
        <p:txBody>
          <a:bodyPr wrap="none" rtlCol="0">
            <a:spAutoFit/>
          </a:bodyPr>
          <a:lstStyle/>
          <a:p>
            <a:r>
              <a:rPr lang="en-US" sz="1600" dirty="0">
                <a:solidFill>
                  <a:schemeClr val="bg1"/>
                </a:solidFill>
              </a:rPr>
              <a:t>Login Page</a:t>
            </a:r>
            <a:endParaRPr lang="en-IN" sz="1600" dirty="0">
              <a:solidFill>
                <a:schemeClr val="bg1"/>
              </a:solidFill>
            </a:endParaRPr>
          </a:p>
        </p:txBody>
      </p:sp>
      <p:pic>
        <p:nvPicPr>
          <p:cNvPr id="9" name="Picture 8">
            <a:extLst>
              <a:ext uri="{FF2B5EF4-FFF2-40B4-BE49-F238E27FC236}">
                <a16:creationId xmlns:a16="http://schemas.microsoft.com/office/drawing/2014/main" id="{C624FA32-D375-090E-9DE3-5E6B358302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96450" y="781331"/>
            <a:ext cx="4305279" cy="2292620"/>
          </a:xfrm>
          <a:prstGeom prst="rect">
            <a:avLst/>
          </a:prstGeom>
        </p:spPr>
      </p:pic>
      <p:sp>
        <p:nvSpPr>
          <p:cNvPr id="10" name="TextBox 9">
            <a:extLst>
              <a:ext uri="{FF2B5EF4-FFF2-40B4-BE49-F238E27FC236}">
                <a16:creationId xmlns:a16="http://schemas.microsoft.com/office/drawing/2014/main" id="{AA1ADA8A-D6E4-6946-D268-1339C7EB5F5B}"/>
              </a:ext>
            </a:extLst>
          </p:cNvPr>
          <p:cNvSpPr txBox="1"/>
          <p:nvPr/>
        </p:nvSpPr>
        <p:spPr>
          <a:xfrm>
            <a:off x="6078576" y="3045977"/>
            <a:ext cx="1483098" cy="338554"/>
          </a:xfrm>
          <a:prstGeom prst="rect">
            <a:avLst/>
          </a:prstGeom>
          <a:noFill/>
        </p:spPr>
        <p:txBody>
          <a:bodyPr wrap="none" rtlCol="0">
            <a:spAutoFit/>
          </a:bodyPr>
          <a:lstStyle/>
          <a:p>
            <a:r>
              <a:rPr lang="en-US" sz="1600" dirty="0">
                <a:solidFill>
                  <a:schemeClr val="bg1"/>
                </a:solidFill>
              </a:rPr>
              <a:t>Register Page</a:t>
            </a:r>
            <a:endParaRPr lang="en-IN" sz="1600" dirty="0">
              <a:solidFill>
                <a:schemeClr val="bg1"/>
              </a:solidFill>
            </a:endParaRPr>
          </a:p>
        </p:txBody>
      </p:sp>
      <p:sp>
        <p:nvSpPr>
          <p:cNvPr id="11" name="TextBox 10">
            <a:extLst>
              <a:ext uri="{FF2B5EF4-FFF2-40B4-BE49-F238E27FC236}">
                <a16:creationId xmlns:a16="http://schemas.microsoft.com/office/drawing/2014/main" id="{27798ACD-B4DB-90CF-3A5A-1993D0B7A5A8}"/>
              </a:ext>
            </a:extLst>
          </p:cNvPr>
          <p:cNvSpPr txBox="1"/>
          <p:nvPr/>
        </p:nvSpPr>
        <p:spPr>
          <a:xfrm>
            <a:off x="321765" y="3525833"/>
            <a:ext cx="6453305" cy="738664"/>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User can login through username/e-mail and password. Password validation</a:t>
            </a:r>
          </a:p>
          <a:p>
            <a:r>
              <a:rPr lang="en-US" sz="1400" dirty="0">
                <a:solidFill>
                  <a:schemeClr val="bg1"/>
                </a:solidFill>
                <a:latin typeface="Times New Roman" panose="02020603050405020304" pitchFamily="18" charset="0"/>
                <a:cs typeface="Times New Roman" panose="02020603050405020304" pitchFamily="18" charset="0"/>
              </a:rPr>
              <a:t>is done through Vanilla JS (Frontend). Uniqueness of username is also handled through</a:t>
            </a:r>
          </a:p>
          <a:p>
            <a:r>
              <a:rPr lang="en-US" sz="1400" dirty="0">
                <a:solidFill>
                  <a:schemeClr val="bg1"/>
                </a:solidFill>
                <a:latin typeface="Times New Roman" panose="02020603050405020304" pitchFamily="18" charset="0"/>
                <a:cs typeface="Times New Roman" panose="02020603050405020304" pitchFamily="18" charset="0"/>
              </a:rPr>
              <a:t>Backend.</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60F1CCD-B99C-4A49-8CAB-AA2EEC9A0430}"/>
              </a:ext>
            </a:extLst>
          </p:cNvPr>
          <p:cNvSpPr txBox="1"/>
          <p:nvPr/>
        </p:nvSpPr>
        <p:spPr>
          <a:xfrm>
            <a:off x="321765" y="4310175"/>
            <a:ext cx="7667484" cy="553998"/>
          </a:xfrm>
          <a:prstGeom prst="rect">
            <a:avLst/>
          </a:prstGeom>
          <a:noFill/>
        </p:spPr>
        <p:txBody>
          <a:bodyPr wrap="square" rtlCol="0">
            <a:spAutoFit/>
          </a:bodyPr>
          <a:lstStyle/>
          <a:p>
            <a:r>
              <a:rPr lang="en-US" sz="1600" b="1" dirty="0">
                <a:solidFill>
                  <a:schemeClr val="bg1"/>
                </a:solidFill>
                <a:latin typeface="Times New Roman" panose="02020603050405020304" pitchFamily="18" charset="0"/>
                <a:cs typeface="Times New Roman" panose="02020603050405020304" pitchFamily="18" charset="0"/>
              </a:rPr>
              <a:t>Highlight</a:t>
            </a:r>
            <a:r>
              <a:rPr lang="en-US" sz="1600" dirty="0">
                <a:solidFill>
                  <a:schemeClr val="bg1"/>
                </a:solidFill>
                <a:latin typeface="Times New Roman" panose="02020603050405020304" pitchFamily="18" charset="0"/>
                <a:cs typeface="Times New Roman" panose="02020603050405020304" pitchFamily="18" charset="0"/>
              </a:rPr>
              <a:t> - </a:t>
            </a:r>
            <a:r>
              <a:rPr lang="en-US" sz="1400" dirty="0">
                <a:solidFill>
                  <a:schemeClr val="bg1"/>
                </a:solidFill>
                <a:latin typeface="Times New Roman" panose="02020603050405020304" pitchFamily="18" charset="0"/>
                <a:cs typeface="Times New Roman" panose="02020603050405020304" pitchFamily="18" charset="0"/>
              </a:rPr>
              <a:t>Each institute will have their own unique institute id which will be shared to users</a:t>
            </a:r>
          </a:p>
          <a:p>
            <a:r>
              <a:rPr lang="en-US" sz="1400" dirty="0">
                <a:solidFill>
                  <a:schemeClr val="bg1"/>
                </a:solidFill>
                <a:latin typeface="Times New Roman" panose="02020603050405020304" pitchFamily="18" charset="0"/>
                <a:cs typeface="Times New Roman" panose="02020603050405020304" pitchFamily="18" charset="0"/>
              </a:rPr>
              <a:t>of  that institute.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4145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4B6108-1612-AB70-0F2E-C2B1E8288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81048"/>
            <a:ext cx="4326340" cy="2047478"/>
          </a:xfrm>
          <a:prstGeom prst="rect">
            <a:avLst/>
          </a:prstGeom>
        </p:spPr>
      </p:pic>
      <p:sp>
        <p:nvSpPr>
          <p:cNvPr id="2" name="Title 1">
            <a:extLst>
              <a:ext uri="{FF2B5EF4-FFF2-40B4-BE49-F238E27FC236}">
                <a16:creationId xmlns:a16="http://schemas.microsoft.com/office/drawing/2014/main" id="{6582AAD4-DACE-9E50-4FC3-8D4493FBD7A3}"/>
              </a:ext>
            </a:extLst>
          </p:cNvPr>
          <p:cNvSpPr>
            <a:spLocks noGrp="1"/>
          </p:cNvSpPr>
          <p:nvPr>
            <p:ph type="title" idx="4294967295"/>
          </p:nvPr>
        </p:nvSpPr>
        <p:spPr>
          <a:xfrm>
            <a:off x="2298699" y="30205"/>
            <a:ext cx="4473575" cy="693738"/>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2. Home Page</a:t>
            </a:r>
            <a:endParaRPr lang="en-IN" sz="32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E198354-F73A-2B26-8F70-D4E894EE9DEC}"/>
              </a:ext>
            </a:extLst>
          </p:cNvPr>
          <p:cNvSpPr txBox="1"/>
          <p:nvPr/>
        </p:nvSpPr>
        <p:spPr>
          <a:xfrm>
            <a:off x="1056882" y="2923687"/>
            <a:ext cx="1241817" cy="338554"/>
          </a:xfrm>
          <a:prstGeom prst="rect">
            <a:avLst/>
          </a:prstGeom>
          <a:noFill/>
        </p:spPr>
        <p:txBody>
          <a:bodyPr wrap="square" rtlCol="0">
            <a:spAutoFit/>
          </a:bodyPr>
          <a:lstStyle/>
          <a:p>
            <a:r>
              <a:rPr lang="en-US" sz="1600" dirty="0">
                <a:solidFill>
                  <a:schemeClr val="bg1"/>
                </a:solidFill>
              </a:rPr>
              <a:t>Light Mode</a:t>
            </a:r>
            <a:endParaRPr lang="en-IN" sz="1600" dirty="0">
              <a:solidFill>
                <a:schemeClr val="bg1"/>
              </a:solidFill>
            </a:endParaRPr>
          </a:p>
        </p:txBody>
      </p:sp>
      <p:pic>
        <p:nvPicPr>
          <p:cNvPr id="6" name="Picture 5">
            <a:extLst>
              <a:ext uri="{FF2B5EF4-FFF2-40B4-BE49-F238E27FC236}">
                <a16:creationId xmlns:a16="http://schemas.microsoft.com/office/drawing/2014/main" id="{134CB840-EEC5-C13B-EBB8-39D6805A68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7661" y="874698"/>
            <a:ext cx="4326340" cy="2053828"/>
          </a:xfrm>
          <a:prstGeom prst="rect">
            <a:avLst/>
          </a:prstGeom>
        </p:spPr>
      </p:pic>
      <p:sp>
        <p:nvSpPr>
          <p:cNvPr id="7" name="TextBox 6">
            <a:extLst>
              <a:ext uri="{FF2B5EF4-FFF2-40B4-BE49-F238E27FC236}">
                <a16:creationId xmlns:a16="http://schemas.microsoft.com/office/drawing/2014/main" id="{ECFC4994-B665-BACC-F9E0-C24A00A1AA69}"/>
              </a:ext>
            </a:extLst>
          </p:cNvPr>
          <p:cNvSpPr txBox="1"/>
          <p:nvPr/>
        </p:nvSpPr>
        <p:spPr>
          <a:xfrm>
            <a:off x="6178201" y="2910004"/>
            <a:ext cx="1188146" cy="338554"/>
          </a:xfrm>
          <a:prstGeom prst="rect">
            <a:avLst/>
          </a:prstGeom>
          <a:noFill/>
        </p:spPr>
        <p:txBody>
          <a:bodyPr wrap="none" rtlCol="0">
            <a:spAutoFit/>
          </a:bodyPr>
          <a:lstStyle/>
          <a:p>
            <a:r>
              <a:rPr lang="en-US" sz="1600" dirty="0">
                <a:solidFill>
                  <a:schemeClr val="bg1"/>
                </a:solidFill>
              </a:rPr>
              <a:t>Dark Mode</a:t>
            </a:r>
            <a:endParaRPr lang="en-IN" sz="1600" dirty="0">
              <a:solidFill>
                <a:schemeClr val="bg1"/>
              </a:solidFill>
            </a:endParaRPr>
          </a:p>
        </p:txBody>
      </p:sp>
      <p:sp>
        <p:nvSpPr>
          <p:cNvPr id="8" name="TextBox 7">
            <a:extLst>
              <a:ext uri="{FF2B5EF4-FFF2-40B4-BE49-F238E27FC236}">
                <a16:creationId xmlns:a16="http://schemas.microsoft.com/office/drawing/2014/main" id="{34645CA2-75F9-4020-DEE1-053CB81D8D8B}"/>
              </a:ext>
            </a:extLst>
          </p:cNvPr>
          <p:cNvSpPr txBox="1"/>
          <p:nvPr/>
        </p:nvSpPr>
        <p:spPr>
          <a:xfrm>
            <a:off x="54591" y="3391468"/>
            <a:ext cx="7833811"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1. Home Page contains four sections in nav bar namely </a:t>
            </a:r>
            <a:r>
              <a:rPr lang="en-US" sz="1400" b="1" dirty="0">
                <a:solidFill>
                  <a:schemeClr val="accent2">
                    <a:lumMod val="75000"/>
                  </a:schemeClr>
                </a:solidFill>
                <a:latin typeface="Times New Roman" panose="02020603050405020304" pitchFamily="18" charset="0"/>
                <a:cs typeface="Times New Roman" panose="02020603050405020304" pitchFamily="18" charset="0"/>
              </a:rPr>
              <a:t>History, Leaderboard, Resources </a:t>
            </a:r>
            <a:r>
              <a:rPr lang="en-US" sz="1400" dirty="0">
                <a:solidFill>
                  <a:schemeClr val="bg1"/>
                </a:solidFill>
                <a:latin typeface="Times New Roman" panose="02020603050405020304" pitchFamily="18" charset="0"/>
                <a:cs typeface="Times New Roman" panose="02020603050405020304" pitchFamily="18" charset="0"/>
              </a:rPr>
              <a:t>and </a:t>
            </a:r>
            <a:r>
              <a:rPr lang="en-US" sz="1400" b="1" dirty="0">
                <a:solidFill>
                  <a:schemeClr val="accent2">
                    <a:lumMod val="75000"/>
                  </a:schemeClr>
                </a:solidFill>
                <a:latin typeface="Times New Roman" panose="02020603050405020304" pitchFamily="18" charset="0"/>
                <a:cs typeface="Times New Roman" panose="02020603050405020304" pitchFamily="18" charset="0"/>
              </a:rPr>
              <a:t>Premium</a:t>
            </a:r>
            <a:r>
              <a:rPr lang="en-US" sz="1400" b="1" dirty="0">
                <a:solidFill>
                  <a:schemeClr val="bg1"/>
                </a:solidFill>
                <a:latin typeface="Times New Roman" panose="02020603050405020304" pitchFamily="18" charset="0"/>
                <a:cs typeface="Times New Roman" panose="02020603050405020304" pitchFamily="18" charset="0"/>
              </a:rPr>
              <a:t>.</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57003B6-C4D1-DC18-F8A4-4687DEB10500}"/>
              </a:ext>
            </a:extLst>
          </p:cNvPr>
          <p:cNvSpPr txBox="1"/>
          <p:nvPr/>
        </p:nvSpPr>
        <p:spPr>
          <a:xfrm>
            <a:off x="54591" y="3699245"/>
            <a:ext cx="2408032"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2. User can also switch modes.</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85D02D9-D0C5-7BCE-BDED-0806EE8428C1}"/>
              </a:ext>
            </a:extLst>
          </p:cNvPr>
          <p:cNvSpPr txBox="1"/>
          <p:nvPr/>
        </p:nvSpPr>
        <p:spPr>
          <a:xfrm>
            <a:off x="54591" y="4036124"/>
            <a:ext cx="3812262"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3. User can also edit profile avatar and their name.</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D4D43A2-8F75-8B5E-7573-6198FBCB9F89}"/>
              </a:ext>
            </a:extLst>
          </p:cNvPr>
          <p:cNvSpPr txBox="1"/>
          <p:nvPr/>
        </p:nvSpPr>
        <p:spPr>
          <a:xfrm>
            <a:off x="47944" y="4343901"/>
            <a:ext cx="5695662"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4. User can start test by clicking on ‘Start Test’ option provided in Test Card.</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432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A42BC-A995-8257-F228-11572BC52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62B07-F3B9-E4CF-BAA1-D0B570636E93}"/>
              </a:ext>
            </a:extLst>
          </p:cNvPr>
          <p:cNvSpPr>
            <a:spLocks noGrp="1"/>
          </p:cNvSpPr>
          <p:nvPr>
            <p:ph type="title" idx="4294967295"/>
          </p:nvPr>
        </p:nvSpPr>
        <p:spPr>
          <a:xfrm>
            <a:off x="2204657" y="141393"/>
            <a:ext cx="4164807" cy="558488"/>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3. Question Page</a:t>
            </a:r>
            <a:endParaRPr lang="en-IN" sz="32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880DDA1-9C55-C5F7-5579-6AEDC945BACA}"/>
              </a:ext>
            </a:extLst>
          </p:cNvPr>
          <p:cNvSpPr txBox="1"/>
          <p:nvPr/>
        </p:nvSpPr>
        <p:spPr>
          <a:xfrm>
            <a:off x="697670" y="2373170"/>
            <a:ext cx="1478290" cy="307777"/>
          </a:xfrm>
          <a:prstGeom prst="rect">
            <a:avLst/>
          </a:prstGeom>
          <a:noFill/>
        </p:spPr>
        <p:txBody>
          <a:bodyPr wrap="none" rtlCol="0">
            <a:spAutoFit/>
          </a:bodyPr>
          <a:lstStyle/>
          <a:p>
            <a:r>
              <a:rPr lang="en-US" sz="1400" dirty="0">
                <a:solidFill>
                  <a:schemeClr val="bg1"/>
                </a:solidFill>
              </a:rPr>
              <a:t>Instruction Page</a:t>
            </a:r>
            <a:endParaRPr lang="en-IN" sz="1400" dirty="0">
              <a:solidFill>
                <a:schemeClr val="bg1"/>
              </a:solidFill>
            </a:endParaRPr>
          </a:p>
        </p:txBody>
      </p:sp>
      <p:sp>
        <p:nvSpPr>
          <p:cNvPr id="7" name="TextBox 6">
            <a:extLst>
              <a:ext uri="{FF2B5EF4-FFF2-40B4-BE49-F238E27FC236}">
                <a16:creationId xmlns:a16="http://schemas.microsoft.com/office/drawing/2014/main" id="{5FD174DB-0101-ED49-F52E-DD6E608107AF}"/>
              </a:ext>
            </a:extLst>
          </p:cNvPr>
          <p:cNvSpPr txBox="1"/>
          <p:nvPr/>
        </p:nvSpPr>
        <p:spPr>
          <a:xfrm>
            <a:off x="3560633" y="2344047"/>
            <a:ext cx="1889731" cy="307777"/>
          </a:xfrm>
          <a:prstGeom prst="rect">
            <a:avLst/>
          </a:prstGeom>
          <a:noFill/>
        </p:spPr>
        <p:txBody>
          <a:bodyPr wrap="square" rtlCol="0">
            <a:spAutoFit/>
          </a:bodyPr>
          <a:lstStyle/>
          <a:p>
            <a:r>
              <a:rPr lang="en-US" sz="1400" dirty="0">
                <a:solidFill>
                  <a:schemeClr val="bg1"/>
                </a:solidFill>
              </a:rPr>
              <a:t>Multiple Correct Type</a:t>
            </a:r>
            <a:endParaRPr lang="en-IN" sz="1400" dirty="0">
              <a:solidFill>
                <a:schemeClr val="bg1"/>
              </a:solidFill>
            </a:endParaRPr>
          </a:p>
        </p:txBody>
      </p:sp>
      <p:sp>
        <p:nvSpPr>
          <p:cNvPr id="8" name="TextBox 7">
            <a:extLst>
              <a:ext uri="{FF2B5EF4-FFF2-40B4-BE49-F238E27FC236}">
                <a16:creationId xmlns:a16="http://schemas.microsoft.com/office/drawing/2014/main" id="{B1FA5543-E439-4F54-FB25-2B1C7D043E52}"/>
              </a:ext>
            </a:extLst>
          </p:cNvPr>
          <p:cNvSpPr txBox="1"/>
          <p:nvPr/>
        </p:nvSpPr>
        <p:spPr>
          <a:xfrm>
            <a:off x="62335" y="2952798"/>
            <a:ext cx="7515199"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1. Instruction page is displayed before starting test in which user read and agree to all the instructions.</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E136115-0084-4E26-9598-432C1207027B}"/>
              </a:ext>
            </a:extLst>
          </p:cNvPr>
          <p:cNvSpPr txBox="1"/>
          <p:nvPr/>
        </p:nvSpPr>
        <p:spPr>
          <a:xfrm>
            <a:off x="62335" y="3305303"/>
            <a:ext cx="820102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2. After clicking on checkbox, user is redirected to question page. It contains instructions above each questions.</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8EE94F7-7722-FA76-ADA8-918E74C909E3}"/>
              </a:ext>
            </a:extLst>
          </p:cNvPr>
          <p:cNvSpPr txBox="1"/>
          <p:nvPr/>
        </p:nvSpPr>
        <p:spPr>
          <a:xfrm>
            <a:off x="54591" y="3660468"/>
            <a:ext cx="8181983" cy="523220"/>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3. This contains questions of three types namely Single Correct Questions (SCQs), Multiple Correct Questions </a:t>
            </a:r>
          </a:p>
          <a:p>
            <a:r>
              <a:rPr lang="en-US" sz="1400" dirty="0">
                <a:solidFill>
                  <a:schemeClr val="bg1"/>
                </a:solidFill>
                <a:latin typeface="Times New Roman" panose="02020603050405020304" pitchFamily="18" charset="0"/>
                <a:cs typeface="Times New Roman" panose="02020603050405020304" pitchFamily="18" charset="0"/>
              </a:rPr>
              <a:t>    (MCQs) and Numerical questions.</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975E758-A302-C2BD-BCEB-FB625A04F637}"/>
              </a:ext>
            </a:extLst>
          </p:cNvPr>
          <p:cNvSpPr txBox="1"/>
          <p:nvPr/>
        </p:nvSpPr>
        <p:spPr>
          <a:xfrm>
            <a:off x="62335" y="4158254"/>
            <a:ext cx="4602029"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4. User can select </a:t>
            </a:r>
            <a:r>
              <a:rPr lang="en-US" sz="1400" b="1" dirty="0">
                <a:solidFill>
                  <a:schemeClr val="bg1"/>
                </a:solidFill>
                <a:latin typeface="Times New Roman" panose="02020603050405020304" pitchFamily="18" charset="0"/>
                <a:cs typeface="Times New Roman" panose="02020603050405020304" pitchFamily="18" charset="0"/>
              </a:rPr>
              <a:t>NEXT, CLEAR </a:t>
            </a:r>
            <a:r>
              <a:rPr lang="en-US" sz="1400" dirty="0">
                <a:solidFill>
                  <a:schemeClr val="bg1"/>
                </a:solidFill>
                <a:latin typeface="Times New Roman" panose="02020603050405020304" pitchFamily="18" charset="0"/>
                <a:cs typeface="Times New Roman" panose="02020603050405020304" pitchFamily="18" charset="0"/>
              </a:rPr>
              <a:t>and </a:t>
            </a:r>
            <a:r>
              <a:rPr lang="en-US" sz="1400" b="1" dirty="0">
                <a:solidFill>
                  <a:schemeClr val="bg1"/>
                </a:solidFill>
                <a:latin typeface="Times New Roman" panose="02020603050405020304" pitchFamily="18" charset="0"/>
                <a:cs typeface="Times New Roman" panose="02020603050405020304" pitchFamily="18" charset="0"/>
              </a:rPr>
              <a:t>PREVIOUS </a:t>
            </a:r>
            <a:r>
              <a:rPr lang="en-US" sz="1400" dirty="0">
                <a:solidFill>
                  <a:schemeClr val="bg1"/>
                </a:solidFill>
                <a:latin typeface="Times New Roman" panose="02020603050405020304" pitchFamily="18" charset="0"/>
                <a:cs typeface="Times New Roman" panose="02020603050405020304" pitchFamily="18" charset="0"/>
              </a:rPr>
              <a:t>options.</a:t>
            </a:r>
            <a:endParaRPr lang="en-IN" sz="1400" dirty="0">
              <a:solidFill>
                <a:schemeClr val="bg1"/>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037E19AC-855D-9FB6-05AC-D194990051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48774"/>
            <a:ext cx="2873631" cy="1386957"/>
          </a:xfrm>
          <a:prstGeom prst="rect">
            <a:avLst/>
          </a:prstGeom>
        </p:spPr>
      </p:pic>
      <p:pic>
        <p:nvPicPr>
          <p:cNvPr id="14" name="Picture 13">
            <a:extLst>
              <a:ext uri="{FF2B5EF4-FFF2-40B4-BE49-F238E27FC236}">
                <a16:creationId xmlns:a16="http://schemas.microsoft.com/office/drawing/2014/main" id="{AA7C83BA-D9C0-7715-CCC8-AEE47D55BB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4703" y="948774"/>
            <a:ext cx="2921593" cy="1386957"/>
          </a:xfrm>
          <a:prstGeom prst="rect">
            <a:avLst/>
          </a:prstGeom>
        </p:spPr>
      </p:pic>
      <p:pic>
        <p:nvPicPr>
          <p:cNvPr id="16" name="Picture 15">
            <a:extLst>
              <a:ext uri="{FF2B5EF4-FFF2-40B4-BE49-F238E27FC236}">
                <a16:creationId xmlns:a16="http://schemas.microsoft.com/office/drawing/2014/main" id="{3C02B4ED-02C5-725D-87E4-88D9AE46EA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3747" y="937935"/>
            <a:ext cx="3000253" cy="1388340"/>
          </a:xfrm>
          <a:prstGeom prst="rect">
            <a:avLst/>
          </a:prstGeom>
        </p:spPr>
      </p:pic>
      <p:sp>
        <p:nvSpPr>
          <p:cNvPr id="17" name="TextBox 16">
            <a:extLst>
              <a:ext uri="{FF2B5EF4-FFF2-40B4-BE49-F238E27FC236}">
                <a16:creationId xmlns:a16="http://schemas.microsoft.com/office/drawing/2014/main" id="{05A96B26-A04B-444E-61A5-F5A062610C10}"/>
              </a:ext>
            </a:extLst>
          </p:cNvPr>
          <p:cNvSpPr txBox="1"/>
          <p:nvPr/>
        </p:nvSpPr>
        <p:spPr>
          <a:xfrm>
            <a:off x="6683930" y="2346988"/>
            <a:ext cx="1919885" cy="307777"/>
          </a:xfrm>
          <a:prstGeom prst="rect">
            <a:avLst/>
          </a:prstGeom>
          <a:noFill/>
        </p:spPr>
        <p:txBody>
          <a:bodyPr wrap="none" rtlCol="0">
            <a:spAutoFit/>
          </a:bodyPr>
          <a:lstStyle/>
          <a:p>
            <a:r>
              <a:rPr lang="en-US" sz="1400" dirty="0">
                <a:solidFill>
                  <a:schemeClr val="bg1"/>
                </a:solidFill>
              </a:rPr>
              <a:t>Numerical Value Type</a:t>
            </a:r>
            <a:endParaRPr lang="en-IN" sz="1400" dirty="0">
              <a:solidFill>
                <a:schemeClr val="bg1"/>
              </a:solidFill>
            </a:endParaRPr>
          </a:p>
        </p:txBody>
      </p:sp>
      <p:sp>
        <p:nvSpPr>
          <p:cNvPr id="5" name="TextBox 4">
            <a:extLst>
              <a:ext uri="{FF2B5EF4-FFF2-40B4-BE49-F238E27FC236}">
                <a16:creationId xmlns:a16="http://schemas.microsoft.com/office/drawing/2014/main" id="{4EEAB0BB-BE27-FD3C-4A5A-12320F4A2792}"/>
              </a:ext>
            </a:extLst>
          </p:cNvPr>
          <p:cNvSpPr txBox="1"/>
          <p:nvPr/>
        </p:nvSpPr>
        <p:spPr>
          <a:xfrm>
            <a:off x="54591" y="4463846"/>
            <a:ext cx="6607899"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5. User can navigate directly to any question using question number given in side palette.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9492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D1AF9-2CBF-1968-0674-A578CC0A7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11B47-5B57-5B5A-CBAA-EB8CA61944E7}"/>
              </a:ext>
            </a:extLst>
          </p:cNvPr>
          <p:cNvSpPr>
            <a:spLocks noGrp="1"/>
          </p:cNvSpPr>
          <p:nvPr>
            <p:ph type="title" idx="4294967295"/>
          </p:nvPr>
        </p:nvSpPr>
        <p:spPr>
          <a:xfrm>
            <a:off x="1851512" y="130472"/>
            <a:ext cx="5625704" cy="558488"/>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4. Submission Page</a:t>
            </a:r>
            <a:endParaRPr lang="en-IN" sz="32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3EEC962-4A11-4431-F847-2AB2AD4E00A0}"/>
              </a:ext>
            </a:extLst>
          </p:cNvPr>
          <p:cNvSpPr txBox="1"/>
          <p:nvPr/>
        </p:nvSpPr>
        <p:spPr>
          <a:xfrm>
            <a:off x="1061873" y="2656033"/>
            <a:ext cx="1579278" cy="307777"/>
          </a:xfrm>
          <a:prstGeom prst="rect">
            <a:avLst/>
          </a:prstGeom>
          <a:noFill/>
        </p:spPr>
        <p:txBody>
          <a:bodyPr wrap="none" rtlCol="0">
            <a:spAutoFit/>
          </a:bodyPr>
          <a:lstStyle/>
          <a:p>
            <a:r>
              <a:rPr lang="en-US" sz="1400" dirty="0">
                <a:solidFill>
                  <a:schemeClr val="bg1"/>
                </a:solidFill>
              </a:rPr>
              <a:t>Submission Page</a:t>
            </a:r>
            <a:endParaRPr lang="en-IN" sz="1400" dirty="0">
              <a:solidFill>
                <a:schemeClr val="bg1"/>
              </a:solidFill>
            </a:endParaRPr>
          </a:p>
        </p:txBody>
      </p:sp>
      <p:sp>
        <p:nvSpPr>
          <p:cNvPr id="7" name="TextBox 6">
            <a:extLst>
              <a:ext uri="{FF2B5EF4-FFF2-40B4-BE49-F238E27FC236}">
                <a16:creationId xmlns:a16="http://schemas.microsoft.com/office/drawing/2014/main" id="{96D7E9DF-2792-88B5-5AB6-19D8E6DDC0CD}"/>
              </a:ext>
            </a:extLst>
          </p:cNvPr>
          <p:cNvSpPr txBox="1"/>
          <p:nvPr/>
        </p:nvSpPr>
        <p:spPr>
          <a:xfrm>
            <a:off x="5739064" y="2656032"/>
            <a:ext cx="1889731" cy="307777"/>
          </a:xfrm>
          <a:prstGeom prst="rect">
            <a:avLst/>
          </a:prstGeom>
          <a:noFill/>
        </p:spPr>
        <p:txBody>
          <a:bodyPr wrap="square" rtlCol="0">
            <a:spAutoFit/>
          </a:bodyPr>
          <a:lstStyle/>
          <a:p>
            <a:r>
              <a:rPr lang="en-US" sz="1400" dirty="0">
                <a:solidFill>
                  <a:schemeClr val="bg1"/>
                </a:solidFill>
              </a:rPr>
              <a:t>Attempt status Graph</a:t>
            </a:r>
            <a:endParaRPr lang="en-IN" sz="1400" dirty="0">
              <a:solidFill>
                <a:schemeClr val="bg1"/>
              </a:solidFill>
            </a:endParaRPr>
          </a:p>
        </p:txBody>
      </p:sp>
      <p:sp>
        <p:nvSpPr>
          <p:cNvPr id="8" name="TextBox 7">
            <a:extLst>
              <a:ext uri="{FF2B5EF4-FFF2-40B4-BE49-F238E27FC236}">
                <a16:creationId xmlns:a16="http://schemas.microsoft.com/office/drawing/2014/main" id="{3377F369-C780-3408-FF81-1F2EA832CDF2}"/>
              </a:ext>
            </a:extLst>
          </p:cNvPr>
          <p:cNvSpPr txBox="1"/>
          <p:nvPr/>
        </p:nvSpPr>
        <p:spPr>
          <a:xfrm>
            <a:off x="67291" y="3158212"/>
            <a:ext cx="5566396"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1.  Contains </a:t>
            </a:r>
            <a:r>
              <a:rPr lang="en-US" sz="1400" b="1" dirty="0">
                <a:solidFill>
                  <a:schemeClr val="bg1"/>
                </a:solidFill>
                <a:latin typeface="Times New Roman" panose="02020603050405020304" pitchFamily="18" charset="0"/>
                <a:cs typeface="Times New Roman" panose="02020603050405020304" pitchFamily="18" charset="0"/>
              </a:rPr>
              <a:t>Total score, %age Correct, %age Incorrect, and Accuracy.</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74E1985-EFC3-1949-1224-08CCC077547A}"/>
              </a:ext>
            </a:extLst>
          </p:cNvPr>
          <p:cNvSpPr txBox="1"/>
          <p:nvPr/>
        </p:nvSpPr>
        <p:spPr>
          <a:xfrm>
            <a:off x="54591" y="3499681"/>
            <a:ext cx="6525376"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2. </a:t>
            </a:r>
            <a:r>
              <a:rPr lang="en-US" sz="1400" b="1" u="sng" dirty="0">
                <a:solidFill>
                  <a:schemeClr val="bg1"/>
                </a:solidFill>
                <a:latin typeface="Times New Roman" panose="02020603050405020304" pitchFamily="18" charset="0"/>
                <a:cs typeface="Times New Roman" panose="02020603050405020304" pitchFamily="18" charset="0"/>
              </a:rPr>
              <a:t>SPECIAL FEATURE</a:t>
            </a:r>
            <a:r>
              <a:rPr lang="en-US" sz="1400" b="1" dirty="0">
                <a:solidFill>
                  <a:schemeClr val="bg1"/>
                </a:solidFill>
                <a:latin typeface="Times New Roman" panose="02020603050405020304" pitchFamily="18" charset="0"/>
                <a:cs typeface="Times New Roman" panose="02020603050405020304" pitchFamily="18" charset="0"/>
              </a:rPr>
              <a:t> :- </a:t>
            </a:r>
            <a:r>
              <a:rPr lang="en-US" sz="1400" dirty="0">
                <a:solidFill>
                  <a:schemeClr val="bg1"/>
                </a:solidFill>
                <a:latin typeface="Times New Roman" panose="02020603050405020304" pitchFamily="18" charset="0"/>
                <a:cs typeface="Times New Roman" panose="02020603050405020304" pitchFamily="18" charset="0"/>
              </a:rPr>
              <a:t>Gives Predicted Rank on the basis of previous year records.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C6F6904-94D5-3755-E482-7DDAE40A5980}"/>
              </a:ext>
            </a:extLst>
          </p:cNvPr>
          <p:cNvSpPr txBox="1"/>
          <p:nvPr/>
        </p:nvSpPr>
        <p:spPr>
          <a:xfrm>
            <a:off x="54591" y="3841150"/>
            <a:ext cx="1917513"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3. Subject-wise analysis</a:t>
            </a:r>
          </a:p>
        </p:txBody>
      </p:sp>
      <p:sp>
        <p:nvSpPr>
          <p:cNvPr id="11" name="TextBox 10">
            <a:extLst>
              <a:ext uri="{FF2B5EF4-FFF2-40B4-BE49-F238E27FC236}">
                <a16:creationId xmlns:a16="http://schemas.microsoft.com/office/drawing/2014/main" id="{1447B297-FEA2-D667-D64D-297CE9AE5B37}"/>
              </a:ext>
            </a:extLst>
          </p:cNvPr>
          <p:cNvSpPr txBox="1"/>
          <p:nvPr/>
        </p:nvSpPr>
        <p:spPr>
          <a:xfrm>
            <a:off x="54591" y="4178619"/>
            <a:ext cx="1920462"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4. Attempt Status Graph</a:t>
            </a:r>
            <a:endParaRPr lang="en-IN" sz="1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2687BC7-9F03-8C3E-10A2-FBC0FB3565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591" y="741118"/>
            <a:ext cx="3909197" cy="1869085"/>
          </a:xfrm>
          <a:prstGeom prst="rect">
            <a:avLst/>
          </a:prstGeom>
        </p:spPr>
      </p:pic>
      <p:pic>
        <p:nvPicPr>
          <p:cNvPr id="15" name="Picture 14">
            <a:extLst>
              <a:ext uri="{FF2B5EF4-FFF2-40B4-BE49-F238E27FC236}">
                <a16:creationId xmlns:a16="http://schemas.microsoft.com/office/drawing/2014/main" id="{17594307-9BB5-8C21-3239-6B8A5461AD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9650" y="742067"/>
            <a:ext cx="3847232" cy="1913966"/>
          </a:xfrm>
          <a:prstGeom prst="rect">
            <a:avLst/>
          </a:prstGeom>
        </p:spPr>
      </p:pic>
    </p:spTree>
    <p:extLst>
      <p:ext uri="{BB962C8B-B14F-4D97-AF65-F5344CB8AC3E}">
        <p14:creationId xmlns:p14="http://schemas.microsoft.com/office/powerpoint/2010/main" val="2247647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5CF83-9556-F415-DF80-065FCA0E0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CD085-1149-E540-93C0-AEBF4887033E}"/>
              </a:ext>
            </a:extLst>
          </p:cNvPr>
          <p:cNvSpPr>
            <a:spLocks noGrp="1"/>
          </p:cNvSpPr>
          <p:nvPr>
            <p:ph type="title" idx="4294967295"/>
          </p:nvPr>
        </p:nvSpPr>
        <p:spPr>
          <a:xfrm>
            <a:off x="1851512" y="130472"/>
            <a:ext cx="5625704" cy="558488"/>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5. History and Leaderboard</a:t>
            </a:r>
            <a:endParaRPr lang="en-IN" sz="32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126DE60-2B01-81BB-827B-AEA896302005}"/>
              </a:ext>
            </a:extLst>
          </p:cNvPr>
          <p:cNvSpPr txBox="1"/>
          <p:nvPr/>
        </p:nvSpPr>
        <p:spPr>
          <a:xfrm>
            <a:off x="1480256" y="2839072"/>
            <a:ext cx="7425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FFFF"/>
                </a:solidFill>
                <a:latin typeface="Arial"/>
              </a:rPr>
              <a:t>History</a:t>
            </a:r>
            <a:endParaRPr kumimoji="0" lang="en-IN" sz="14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9E757F7B-37D1-3D65-C059-1BF1992327E2}"/>
              </a:ext>
            </a:extLst>
          </p:cNvPr>
          <p:cNvSpPr txBox="1"/>
          <p:nvPr/>
        </p:nvSpPr>
        <p:spPr>
          <a:xfrm>
            <a:off x="5904902" y="2816045"/>
            <a:ext cx="188973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FFFF"/>
                </a:solidFill>
                <a:latin typeface="Arial"/>
              </a:rPr>
              <a:t>Leaderboard</a:t>
            </a:r>
            <a:endParaRPr kumimoji="0" lang="en-IN" sz="1400"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TextBox 7">
            <a:extLst>
              <a:ext uri="{FF2B5EF4-FFF2-40B4-BE49-F238E27FC236}">
                <a16:creationId xmlns:a16="http://schemas.microsoft.com/office/drawing/2014/main" id="{AB4F60E1-CA0C-D338-D693-9CBDAF95B7BA}"/>
              </a:ext>
            </a:extLst>
          </p:cNvPr>
          <p:cNvSpPr txBox="1"/>
          <p:nvPr/>
        </p:nvSpPr>
        <p:spPr>
          <a:xfrm>
            <a:off x="77033" y="3377596"/>
            <a:ext cx="294022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1.  History page contains user records.</a:t>
            </a:r>
            <a:endParaRPr kumimoji="0" lang="en-IN" sz="14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9" name="TextBox 8">
            <a:extLst>
              <a:ext uri="{FF2B5EF4-FFF2-40B4-BE49-F238E27FC236}">
                <a16:creationId xmlns:a16="http://schemas.microsoft.com/office/drawing/2014/main" id="{DB1EB355-5B07-08F6-919A-A2ECB31032B0}"/>
              </a:ext>
            </a:extLst>
          </p:cNvPr>
          <p:cNvSpPr txBox="1"/>
          <p:nvPr/>
        </p:nvSpPr>
        <p:spPr>
          <a:xfrm>
            <a:off x="77033" y="3762231"/>
            <a:ext cx="482055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2. </a:t>
            </a:r>
            <a:r>
              <a:rPr lang="en-US" sz="1400" dirty="0">
                <a:solidFill>
                  <a:srgbClr val="FFFFFF"/>
                </a:solidFill>
                <a:latin typeface="Times New Roman" panose="02020603050405020304" pitchFamily="18" charset="0"/>
                <a:cs typeface="Times New Roman" panose="02020603050405020304" pitchFamily="18" charset="0"/>
              </a:rPr>
              <a:t>Leaderboard provides you ranking based on all the tests given.</a:t>
            </a:r>
            <a:endParaRPr kumimoji="0" lang="en-IN" sz="14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3" name="Picture 12">
            <a:extLst>
              <a:ext uri="{FF2B5EF4-FFF2-40B4-BE49-F238E27FC236}">
                <a16:creationId xmlns:a16="http://schemas.microsoft.com/office/drawing/2014/main" id="{7602E4B3-7E3E-C087-17CD-C9E19DB126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519" y="749646"/>
            <a:ext cx="4413826" cy="2089426"/>
          </a:xfrm>
          <a:prstGeom prst="rect">
            <a:avLst/>
          </a:prstGeom>
        </p:spPr>
      </p:pic>
      <p:pic>
        <p:nvPicPr>
          <p:cNvPr id="16" name="Picture 15">
            <a:extLst>
              <a:ext uri="{FF2B5EF4-FFF2-40B4-BE49-F238E27FC236}">
                <a16:creationId xmlns:a16="http://schemas.microsoft.com/office/drawing/2014/main" id="{CFE4D8A0-E1AD-25CB-B928-BEB435DF4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2855" y="747222"/>
            <a:ext cx="4413826" cy="2091850"/>
          </a:xfrm>
          <a:prstGeom prst="rect">
            <a:avLst/>
          </a:prstGeom>
        </p:spPr>
      </p:pic>
    </p:spTree>
    <p:extLst>
      <p:ext uri="{BB962C8B-B14F-4D97-AF65-F5344CB8AC3E}">
        <p14:creationId xmlns:p14="http://schemas.microsoft.com/office/powerpoint/2010/main" val="1584729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7A1F24-FF26-7F45-70E7-37B948C8B3FB}"/>
              </a:ext>
            </a:extLst>
          </p:cNvPr>
          <p:cNvSpPr/>
          <p:nvPr/>
        </p:nvSpPr>
        <p:spPr>
          <a:xfrm>
            <a:off x="2508250" y="50800"/>
            <a:ext cx="3740150" cy="838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TECH STACK</a:t>
            </a:r>
            <a:endParaRPr lang="en-IN" sz="2400" b="1" dirty="0"/>
          </a:p>
        </p:txBody>
      </p:sp>
      <p:sp>
        <p:nvSpPr>
          <p:cNvPr id="7" name="Rectangle 6">
            <a:extLst>
              <a:ext uri="{FF2B5EF4-FFF2-40B4-BE49-F238E27FC236}">
                <a16:creationId xmlns:a16="http://schemas.microsoft.com/office/drawing/2014/main" id="{6F86184E-3CFC-514D-CD31-8398E6F95FDD}"/>
              </a:ext>
            </a:extLst>
          </p:cNvPr>
          <p:cNvSpPr/>
          <p:nvPr/>
        </p:nvSpPr>
        <p:spPr>
          <a:xfrm>
            <a:off x="0" y="889000"/>
            <a:ext cx="3117850" cy="42545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92BD3B58-313B-316B-56BB-6ECCE56F212A}"/>
              </a:ext>
            </a:extLst>
          </p:cNvPr>
          <p:cNvSpPr/>
          <p:nvPr/>
        </p:nvSpPr>
        <p:spPr>
          <a:xfrm>
            <a:off x="3206750" y="889000"/>
            <a:ext cx="2952750" cy="42545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D9562D74-D044-7DF0-DC3E-7E9A00367840}"/>
              </a:ext>
            </a:extLst>
          </p:cNvPr>
          <p:cNvSpPr/>
          <p:nvPr/>
        </p:nvSpPr>
        <p:spPr>
          <a:xfrm>
            <a:off x="6261100" y="889000"/>
            <a:ext cx="2882900" cy="42545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C939007-E0C1-D4F7-68F6-DDE979D0DAEC}"/>
              </a:ext>
            </a:extLst>
          </p:cNvPr>
          <p:cNvSpPr txBox="1"/>
          <p:nvPr/>
        </p:nvSpPr>
        <p:spPr>
          <a:xfrm>
            <a:off x="966455" y="889000"/>
            <a:ext cx="1095172" cy="369332"/>
          </a:xfrm>
          <a:prstGeom prst="rect">
            <a:avLst/>
          </a:prstGeom>
          <a:noFill/>
        </p:spPr>
        <p:txBody>
          <a:bodyPr wrap="none" rtlCol="0">
            <a:spAutoFit/>
          </a:bodyPr>
          <a:lstStyle/>
          <a:p>
            <a:r>
              <a:rPr lang="en-US" dirty="0">
                <a:solidFill>
                  <a:schemeClr val="bg1"/>
                </a:solidFill>
                <a:latin typeface="Times New Roman" panose="02020603050405020304" pitchFamily="18" charset="0"/>
                <a:cs typeface="Times New Roman" panose="02020603050405020304" pitchFamily="18" charset="0"/>
              </a:rPr>
              <a:t>Front-end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24A0673-4DB9-945F-E423-982E55C0039A}"/>
              </a:ext>
            </a:extLst>
          </p:cNvPr>
          <p:cNvSpPr txBox="1"/>
          <p:nvPr/>
        </p:nvSpPr>
        <p:spPr>
          <a:xfrm>
            <a:off x="4103479" y="889000"/>
            <a:ext cx="1069524" cy="369332"/>
          </a:xfrm>
          <a:prstGeom prst="rect">
            <a:avLst/>
          </a:prstGeom>
          <a:noFill/>
        </p:spPr>
        <p:txBody>
          <a:bodyPr wrap="none" rtlCol="0">
            <a:spAutoFit/>
          </a:bodyPr>
          <a:lstStyle/>
          <a:p>
            <a:r>
              <a:rPr lang="en-US" dirty="0">
                <a:solidFill>
                  <a:schemeClr val="bg1"/>
                </a:solidFill>
                <a:latin typeface="Times New Roman" panose="02020603050405020304" pitchFamily="18" charset="0"/>
                <a:cs typeface="Times New Roman" panose="02020603050405020304" pitchFamily="18" charset="0"/>
              </a:rPr>
              <a:t>Back-end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25F4AB8-EF6E-204C-DE9A-F1F712641C48}"/>
              </a:ext>
            </a:extLst>
          </p:cNvPr>
          <p:cNvSpPr txBox="1"/>
          <p:nvPr/>
        </p:nvSpPr>
        <p:spPr>
          <a:xfrm>
            <a:off x="7187024" y="889000"/>
            <a:ext cx="1031051" cy="369332"/>
          </a:xfrm>
          <a:prstGeom prst="rect">
            <a:avLst/>
          </a:prstGeom>
          <a:noFill/>
        </p:spPr>
        <p:txBody>
          <a:bodyPr wrap="none" rtlCol="0">
            <a:spAutoFit/>
          </a:bodyPr>
          <a:lstStyle/>
          <a:p>
            <a:r>
              <a:rPr lang="en-US" dirty="0">
                <a:solidFill>
                  <a:schemeClr val="bg1"/>
                </a:solidFill>
                <a:latin typeface="Times New Roman" panose="02020603050405020304" pitchFamily="18" charset="0"/>
                <a:cs typeface="Times New Roman" panose="02020603050405020304" pitchFamily="18" charset="0"/>
              </a:rPr>
              <a:t>Database</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8D3A2756-F49C-340C-9DBB-A30A821984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7540" y="1465845"/>
            <a:ext cx="2413000" cy="1809750"/>
          </a:xfrm>
          <a:prstGeom prst="rect">
            <a:avLst/>
          </a:prstGeom>
        </p:spPr>
      </p:pic>
      <p:pic>
        <p:nvPicPr>
          <p:cNvPr id="16" name="Picture 15">
            <a:extLst>
              <a:ext uri="{FF2B5EF4-FFF2-40B4-BE49-F238E27FC236}">
                <a16:creationId xmlns:a16="http://schemas.microsoft.com/office/drawing/2014/main" id="{930DD199-FDC2-F53A-15EA-0FEB0B266141}"/>
              </a:ext>
            </a:extLst>
          </p:cNvPr>
          <p:cNvPicPr>
            <a:picLocks noChangeAspect="1"/>
          </p:cNvPicPr>
          <p:nvPr/>
        </p:nvPicPr>
        <p:blipFill>
          <a:blip r:embed="rId3" cstate="print">
            <a:extLst>
              <a:ext uri="{28A0092B-C50C-407E-A947-70E740481C1C}">
                <a14:useLocalDpi xmlns:a14="http://schemas.microsoft.com/office/drawing/2010/main" val="0"/>
              </a:ext>
            </a:extLst>
          </a:blip>
          <a:srcRect l="31879" t="39691" r="30200" b="38305"/>
          <a:stretch/>
        </p:blipFill>
        <p:spPr>
          <a:xfrm>
            <a:off x="3609180" y="1371765"/>
            <a:ext cx="2178051" cy="710870"/>
          </a:xfrm>
          <a:prstGeom prst="rect">
            <a:avLst/>
          </a:prstGeom>
        </p:spPr>
      </p:pic>
      <p:pic>
        <p:nvPicPr>
          <p:cNvPr id="18" name="Picture 17">
            <a:extLst>
              <a:ext uri="{FF2B5EF4-FFF2-40B4-BE49-F238E27FC236}">
                <a16:creationId xmlns:a16="http://schemas.microsoft.com/office/drawing/2014/main" id="{26A0F39C-EDDF-5F2E-F228-7F99D91F8A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2471" y="2101195"/>
            <a:ext cx="1769004" cy="941110"/>
          </a:xfrm>
          <a:prstGeom prst="rect">
            <a:avLst/>
          </a:prstGeom>
        </p:spPr>
      </p:pic>
      <p:pic>
        <p:nvPicPr>
          <p:cNvPr id="20" name="Picture 19">
            <a:extLst>
              <a:ext uri="{FF2B5EF4-FFF2-40B4-BE49-F238E27FC236}">
                <a16:creationId xmlns:a16="http://schemas.microsoft.com/office/drawing/2014/main" id="{75BD44AF-9909-242A-400A-D9BF8978669E}"/>
              </a:ext>
            </a:extLst>
          </p:cNvPr>
          <p:cNvPicPr>
            <a:picLocks noChangeAspect="1"/>
          </p:cNvPicPr>
          <p:nvPr/>
        </p:nvPicPr>
        <p:blipFill>
          <a:blip r:embed="rId5" cstate="print">
            <a:extLst>
              <a:ext uri="{28A0092B-C50C-407E-A947-70E740481C1C}">
                <a14:useLocalDpi xmlns:a14="http://schemas.microsoft.com/office/drawing/2010/main" val="0"/>
              </a:ext>
            </a:extLst>
          </a:blip>
          <a:srcRect l="23062" t="21199" r="20701" b="23640"/>
          <a:stretch/>
        </p:blipFill>
        <p:spPr>
          <a:xfrm>
            <a:off x="3858948" y="3148131"/>
            <a:ext cx="1416050" cy="813515"/>
          </a:xfrm>
          <a:prstGeom prst="rect">
            <a:avLst/>
          </a:prstGeom>
        </p:spPr>
      </p:pic>
      <p:pic>
        <p:nvPicPr>
          <p:cNvPr id="22" name="Picture 21">
            <a:extLst>
              <a:ext uri="{FF2B5EF4-FFF2-40B4-BE49-F238E27FC236}">
                <a16:creationId xmlns:a16="http://schemas.microsoft.com/office/drawing/2014/main" id="{0E7A006F-AB42-3484-437C-00AE1DFB0A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58948" y="4128648"/>
            <a:ext cx="1416050" cy="338821"/>
          </a:xfrm>
          <a:prstGeom prst="rect">
            <a:avLst/>
          </a:prstGeom>
        </p:spPr>
      </p:pic>
      <p:pic>
        <p:nvPicPr>
          <p:cNvPr id="24" name="Picture 23">
            <a:extLst>
              <a:ext uri="{FF2B5EF4-FFF2-40B4-BE49-F238E27FC236}">
                <a16:creationId xmlns:a16="http://schemas.microsoft.com/office/drawing/2014/main" id="{D308371F-629F-7DDB-E911-D468350C570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84142" y="1541912"/>
            <a:ext cx="2436813" cy="1372738"/>
          </a:xfrm>
          <a:prstGeom prst="rect">
            <a:avLst/>
          </a:prstGeom>
        </p:spPr>
      </p:pic>
      <p:pic>
        <p:nvPicPr>
          <p:cNvPr id="26" name="Picture 25">
            <a:extLst>
              <a:ext uri="{FF2B5EF4-FFF2-40B4-BE49-F238E27FC236}">
                <a16:creationId xmlns:a16="http://schemas.microsoft.com/office/drawing/2014/main" id="{0A3999BF-A0F1-2C19-B8FA-8A16F6F09CD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1083" y="3275595"/>
            <a:ext cx="1945915" cy="817284"/>
          </a:xfrm>
          <a:prstGeom prst="rect">
            <a:avLst/>
          </a:prstGeom>
        </p:spPr>
      </p:pic>
    </p:spTree>
    <p:extLst>
      <p:ext uri="{BB962C8B-B14F-4D97-AF65-F5344CB8AC3E}">
        <p14:creationId xmlns:p14="http://schemas.microsoft.com/office/powerpoint/2010/main" val="269223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AAF41C-29A5-C9D6-7B11-CA5AD454A940}"/>
              </a:ext>
            </a:extLst>
          </p:cNvPr>
          <p:cNvSpPr/>
          <p:nvPr/>
        </p:nvSpPr>
        <p:spPr>
          <a:xfrm>
            <a:off x="0" y="0"/>
            <a:ext cx="9144000" cy="51435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2">
            <a:extLst>
              <a:ext uri="{FF2B5EF4-FFF2-40B4-BE49-F238E27FC236}">
                <a16:creationId xmlns:a16="http://schemas.microsoft.com/office/drawing/2014/main" id="{88AC8F6A-F996-B380-8FD7-A56F85990412}"/>
              </a:ext>
            </a:extLst>
          </p:cNvPr>
          <p:cNvSpPr/>
          <p:nvPr/>
        </p:nvSpPr>
        <p:spPr>
          <a:xfrm>
            <a:off x="6350" y="1"/>
            <a:ext cx="4559300" cy="17526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Express JS</a:t>
            </a:r>
          </a:p>
          <a:p>
            <a:pPr algn="ctr"/>
            <a:r>
              <a:rPr lang="en" sz="1400" b="0" strike="noStrike" spc="-1" dirty="0">
                <a:solidFill>
                  <a:schemeClr val="tx1"/>
                </a:solidFill>
                <a:latin typeface="PT Sans"/>
                <a:ea typeface="PT Sans"/>
              </a:rPr>
              <a:t>In this website, Express serves as the backbone for routing, middleware integration, and handling HTTP requests and responses, thus facilitating a fast and organized structure for the application.</a:t>
            </a:r>
            <a:endParaRPr lang="en-IN" sz="1400" dirty="0">
              <a:solidFill>
                <a:schemeClr val="tx1"/>
              </a:solidFill>
            </a:endParaRPr>
          </a:p>
        </p:txBody>
      </p:sp>
      <p:sp>
        <p:nvSpPr>
          <p:cNvPr id="5" name="Rectangle 4">
            <a:extLst>
              <a:ext uri="{FF2B5EF4-FFF2-40B4-BE49-F238E27FC236}">
                <a16:creationId xmlns:a16="http://schemas.microsoft.com/office/drawing/2014/main" id="{6BD69A1A-BEED-D6C5-1C3C-53FCAA5A3E9C}"/>
              </a:ext>
            </a:extLst>
          </p:cNvPr>
          <p:cNvSpPr/>
          <p:nvPr/>
        </p:nvSpPr>
        <p:spPr>
          <a:xfrm>
            <a:off x="4559300" y="1752601"/>
            <a:ext cx="4578350" cy="1682749"/>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Axios</a:t>
            </a:r>
          </a:p>
          <a:p>
            <a:pPr algn="ctr"/>
            <a:r>
              <a:rPr lang="en" sz="1400" b="0" strike="noStrike" spc="-1" dirty="0">
                <a:solidFill>
                  <a:schemeClr val="tx1"/>
                </a:solidFill>
                <a:latin typeface="PT Sans"/>
                <a:ea typeface="PT Sans"/>
              </a:rPr>
              <a:t>In this website, Axios is utilized to fetch data from various resources, ensuring that users receive up-to-date information seamlessly and enhancing the overall user experience.</a:t>
            </a:r>
            <a:endParaRPr lang="en-US" sz="1400" dirty="0">
              <a:solidFill>
                <a:schemeClr val="tx1"/>
              </a:solidFill>
            </a:endParaRPr>
          </a:p>
        </p:txBody>
      </p:sp>
      <p:sp>
        <p:nvSpPr>
          <p:cNvPr id="6" name="Rectangle 5">
            <a:extLst>
              <a:ext uri="{FF2B5EF4-FFF2-40B4-BE49-F238E27FC236}">
                <a16:creationId xmlns:a16="http://schemas.microsoft.com/office/drawing/2014/main" id="{53850868-E58D-A7C9-BC19-9A58980EC894}"/>
              </a:ext>
            </a:extLst>
          </p:cNvPr>
          <p:cNvSpPr/>
          <p:nvPr/>
        </p:nvSpPr>
        <p:spPr>
          <a:xfrm>
            <a:off x="0" y="3435350"/>
            <a:ext cx="4559300" cy="170815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Mongoose</a:t>
            </a:r>
          </a:p>
          <a:p>
            <a:pPr algn="ctr"/>
            <a:r>
              <a:rPr lang="en" sz="1400" b="0" strike="noStrike" spc="-1" dirty="0">
                <a:solidFill>
                  <a:schemeClr val="tx1"/>
                </a:solidFill>
                <a:latin typeface="PT Sans"/>
                <a:ea typeface="PT Sans"/>
              </a:rPr>
              <a:t>Mongoose is an ODM (Object Data Modeling) library for MongoDB and Node.js, enabling schema-based modeling. Mongoose is used to interact with the database, allowing for efficient query management and data storage.</a:t>
            </a:r>
            <a:endParaRPr lang="en-US" sz="1400" dirty="0">
              <a:solidFill>
                <a:schemeClr val="tx1"/>
              </a:solidFill>
            </a:endParaRPr>
          </a:p>
          <a:p>
            <a:pPr algn="ctr"/>
            <a:endParaRPr lang="en-IN" dirty="0"/>
          </a:p>
        </p:txBody>
      </p:sp>
      <p:sp>
        <p:nvSpPr>
          <p:cNvPr id="8" name="Rectangle 7">
            <a:extLst>
              <a:ext uri="{FF2B5EF4-FFF2-40B4-BE49-F238E27FC236}">
                <a16:creationId xmlns:a16="http://schemas.microsoft.com/office/drawing/2014/main" id="{93AB0628-9849-8BBA-C2C9-C03A120AEEF9}"/>
              </a:ext>
            </a:extLst>
          </p:cNvPr>
          <p:cNvSpPr/>
          <p:nvPr/>
        </p:nvSpPr>
        <p:spPr>
          <a:xfrm>
            <a:off x="4552950" y="0"/>
            <a:ext cx="4565650" cy="175260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Node JS</a:t>
            </a:r>
          </a:p>
          <a:p>
            <a:pPr algn="ctr"/>
            <a:r>
              <a:rPr lang="en-IN" sz="1400" b="0" i="0" dirty="0">
                <a:solidFill>
                  <a:schemeClr val="bg1"/>
                </a:solidFill>
                <a:effectLst/>
                <a:latin typeface="PT Sans" panose="020B0503020203020204" pitchFamily="34" charset="0"/>
              </a:rPr>
              <a:t>NodeJS is a runtime environment for executing</a:t>
            </a:r>
            <a:r>
              <a:rPr lang="en-IN" sz="1400" i="0" dirty="0">
                <a:solidFill>
                  <a:schemeClr val="bg1"/>
                </a:solidFill>
                <a:effectLst/>
                <a:latin typeface="PT Sans" panose="020B0503020203020204" pitchFamily="34" charset="0"/>
              </a:rPr>
              <a:t> JavaScript </a:t>
            </a:r>
            <a:r>
              <a:rPr lang="en-IN" sz="1400" b="0" i="0" dirty="0">
                <a:solidFill>
                  <a:schemeClr val="bg1"/>
                </a:solidFill>
                <a:effectLst/>
                <a:latin typeface="PT Sans" panose="020B0503020203020204" pitchFamily="34" charset="0"/>
              </a:rPr>
              <a:t>outside the</a:t>
            </a:r>
            <a:r>
              <a:rPr lang="en-IN" sz="1400" b="1" i="0" dirty="0">
                <a:solidFill>
                  <a:schemeClr val="bg1"/>
                </a:solidFill>
                <a:effectLst/>
                <a:latin typeface="PT Sans" panose="020B0503020203020204" pitchFamily="34" charset="0"/>
              </a:rPr>
              <a:t> </a:t>
            </a:r>
            <a:r>
              <a:rPr lang="en-IN" sz="1400" i="0" dirty="0">
                <a:solidFill>
                  <a:schemeClr val="bg1"/>
                </a:solidFill>
                <a:effectLst/>
                <a:latin typeface="PT Sans" panose="020B0503020203020204" pitchFamily="34" charset="0"/>
              </a:rPr>
              <a:t>browser</a:t>
            </a:r>
            <a:r>
              <a:rPr lang="en-IN" sz="1400" b="0" i="0" dirty="0">
                <a:solidFill>
                  <a:schemeClr val="bg1"/>
                </a:solidFill>
                <a:effectLst/>
                <a:latin typeface="PT Sans" panose="020B0503020203020204" pitchFamily="34" charset="0"/>
              </a:rPr>
              <a:t>. It enables </a:t>
            </a:r>
            <a:r>
              <a:rPr lang="en-IN" sz="1400" i="0" dirty="0">
                <a:solidFill>
                  <a:schemeClr val="bg1"/>
                </a:solidFill>
                <a:effectLst/>
                <a:latin typeface="PT Sans" panose="020B0503020203020204" pitchFamily="34" charset="0"/>
              </a:rPr>
              <a:t>server-side</a:t>
            </a:r>
            <a:r>
              <a:rPr lang="en-IN" sz="1400" b="1" i="0" dirty="0">
                <a:solidFill>
                  <a:schemeClr val="bg1"/>
                </a:solidFill>
                <a:effectLst/>
                <a:latin typeface="PT Sans" panose="020B0503020203020204" pitchFamily="34" charset="0"/>
              </a:rPr>
              <a:t> </a:t>
            </a:r>
            <a:r>
              <a:rPr lang="en-IN" sz="1400" i="0" dirty="0">
                <a:solidFill>
                  <a:schemeClr val="bg1"/>
                </a:solidFill>
                <a:effectLst/>
                <a:latin typeface="PT Sans" panose="020B0503020203020204" pitchFamily="34" charset="0"/>
              </a:rPr>
              <a:t>development</a:t>
            </a:r>
            <a:r>
              <a:rPr lang="en-IN" sz="1400" b="0" i="0" dirty="0">
                <a:solidFill>
                  <a:schemeClr val="bg1"/>
                </a:solidFill>
                <a:effectLst/>
                <a:latin typeface="PT Sans" panose="020B0503020203020204" pitchFamily="34" charset="0"/>
              </a:rPr>
              <a:t>, supports </a:t>
            </a:r>
            <a:r>
              <a:rPr lang="en-IN" sz="1400" i="0" dirty="0">
                <a:solidFill>
                  <a:schemeClr val="bg1"/>
                </a:solidFill>
                <a:effectLst/>
                <a:latin typeface="PT Sans" panose="020B0503020203020204" pitchFamily="34" charset="0"/>
              </a:rPr>
              <a:t>asynchronous</a:t>
            </a:r>
            <a:r>
              <a:rPr lang="en-IN" sz="1400" b="0" i="0" dirty="0">
                <a:solidFill>
                  <a:schemeClr val="bg1"/>
                </a:solidFill>
                <a:effectLst/>
                <a:latin typeface="PT Sans" panose="020B0503020203020204" pitchFamily="34" charset="0"/>
              </a:rPr>
              <a:t>,</a:t>
            </a:r>
            <a:r>
              <a:rPr lang="en-IN" sz="1400" b="1" i="0" dirty="0">
                <a:solidFill>
                  <a:schemeClr val="bg1"/>
                </a:solidFill>
                <a:effectLst/>
                <a:latin typeface="PT Sans" panose="020B0503020203020204" pitchFamily="34" charset="0"/>
              </a:rPr>
              <a:t> </a:t>
            </a:r>
            <a:r>
              <a:rPr lang="en-IN" sz="1400" i="0" dirty="0">
                <a:solidFill>
                  <a:schemeClr val="bg1"/>
                </a:solidFill>
                <a:effectLst/>
                <a:latin typeface="PT Sans" panose="020B0503020203020204" pitchFamily="34" charset="0"/>
              </a:rPr>
              <a:t>event-driven</a:t>
            </a:r>
            <a:r>
              <a:rPr lang="en-IN" sz="1400" b="1" i="0" dirty="0">
                <a:solidFill>
                  <a:schemeClr val="bg1"/>
                </a:solidFill>
                <a:effectLst/>
                <a:latin typeface="PT Sans" panose="020B0503020203020204" pitchFamily="34" charset="0"/>
              </a:rPr>
              <a:t> </a:t>
            </a:r>
            <a:r>
              <a:rPr lang="en-IN" sz="1400" i="0" dirty="0">
                <a:solidFill>
                  <a:schemeClr val="bg1"/>
                </a:solidFill>
                <a:effectLst/>
                <a:latin typeface="PT Sans" panose="020B0503020203020204" pitchFamily="34" charset="0"/>
              </a:rPr>
              <a:t>programming.</a:t>
            </a:r>
            <a:endParaRPr lang="en-IN" sz="1400" dirty="0">
              <a:solidFill>
                <a:schemeClr val="bg1"/>
              </a:solidFill>
              <a:latin typeface="PT Sans" panose="020B0503020203020204" pitchFamily="34" charset="0"/>
            </a:endParaRPr>
          </a:p>
        </p:txBody>
      </p:sp>
      <p:sp>
        <p:nvSpPr>
          <p:cNvPr id="9" name="Rectangle 8">
            <a:extLst>
              <a:ext uri="{FF2B5EF4-FFF2-40B4-BE49-F238E27FC236}">
                <a16:creationId xmlns:a16="http://schemas.microsoft.com/office/drawing/2014/main" id="{52746C56-1FC0-4FAE-041D-780BDC2FCD67}"/>
              </a:ext>
            </a:extLst>
          </p:cNvPr>
          <p:cNvSpPr/>
          <p:nvPr/>
        </p:nvSpPr>
        <p:spPr>
          <a:xfrm>
            <a:off x="-6350" y="1752601"/>
            <a:ext cx="4565650" cy="16382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PT Sans" panose="020B0503020203020204" pitchFamily="34" charset="0"/>
              </a:rPr>
              <a:t>EJS</a:t>
            </a:r>
          </a:p>
          <a:p>
            <a:pPr algn="ctr"/>
            <a:r>
              <a:rPr lang="en-US" sz="1400" b="0" i="0" dirty="0">
                <a:solidFill>
                  <a:schemeClr val="bg1"/>
                </a:solidFill>
                <a:effectLst/>
                <a:latin typeface="PT Sans" panose="020B0503020203020204" pitchFamily="34" charset="0"/>
              </a:rPr>
              <a:t>EJS is a simple templating language that lets you generate HTML markup with plain JavaScript. It is designed to simplify the process of rendering dynamic content in web applications.</a:t>
            </a:r>
            <a:endParaRPr lang="en-US" sz="1400" dirty="0">
              <a:solidFill>
                <a:schemeClr val="bg1"/>
              </a:solidFill>
              <a:latin typeface="PT Sans" panose="020B0503020203020204" pitchFamily="34" charset="0"/>
            </a:endParaRPr>
          </a:p>
        </p:txBody>
      </p:sp>
      <p:sp>
        <p:nvSpPr>
          <p:cNvPr id="10" name="Rectangle 9">
            <a:extLst>
              <a:ext uri="{FF2B5EF4-FFF2-40B4-BE49-F238E27FC236}">
                <a16:creationId xmlns:a16="http://schemas.microsoft.com/office/drawing/2014/main" id="{109AC9ED-668E-35AA-94CF-9236ED467C52}"/>
              </a:ext>
            </a:extLst>
          </p:cNvPr>
          <p:cNvSpPr/>
          <p:nvPr/>
        </p:nvSpPr>
        <p:spPr>
          <a:xfrm>
            <a:off x="4565650" y="3435350"/>
            <a:ext cx="4565650" cy="170814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PT Sans" panose="020B0503020203020204" pitchFamily="34" charset="0"/>
              </a:rPr>
              <a:t>MongoDB</a:t>
            </a:r>
          </a:p>
          <a:p>
            <a:pPr algn="ctr"/>
            <a:r>
              <a:rPr lang="en-US" sz="1400" i="0" dirty="0">
                <a:solidFill>
                  <a:schemeClr val="bg1"/>
                </a:solidFill>
                <a:effectLst/>
                <a:latin typeface="PT Sans" panose="020B0503020203020204" pitchFamily="34" charset="0"/>
              </a:rPr>
              <a:t>MongoDB is a powerful, open-source NoSQL database that offers a document-oriented data model, providing a flexible alternative to traditional relational databases.</a:t>
            </a:r>
            <a:endParaRPr lang="en-US" sz="1400" dirty="0">
              <a:solidFill>
                <a:schemeClr val="bg1"/>
              </a:solidFill>
              <a:latin typeface="PT Sans" panose="020B0503020203020204" pitchFamily="34" charset="0"/>
            </a:endParaRPr>
          </a:p>
        </p:txBody>
      </p:sp>
    </p:spTree>
    <p:extLst>
      <p:ext uri="{BB962C8B-B14F-4D97-AF65-F5344CB8AC3E}">
        <p14:creationId xmlns:p14="http://schemas.microsoft.com/office/powerpoint/2010/main" val="2563433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EBD21A-192D-C721-3EE5-68FE4BC65A8F}"/>
              </a:ext>
            </a:extLst>
          </p:cNvPr>
          <p:cNvSpPr txBox="1"/>
          <p:nvPr/>
        </p:nvSpPr>
        <p:spPr>
          <a:xfrm>
            <a:off x="1878806" y="2017752"/>
            <a:ext cx="5386388" cy="1107996"/>
          </a:xfrm>
          <a:prstGeom prst="rect">
            <a:avLst/>
          </a:prstGeom>
          <a:noFill/>
        </p:spPr>
        <p:txBody>
          <a:bodyPr wrap="square" rtlCol="0">
            <a:spAutoFit/>
          </a:bodyPr>
          <a:lstStyle/>
          <a:p>
            <a:r>
              <a:rPr lang="en-US" sz="6600" dirty="0">
                <a:solidFill>
                  <a:schemeClr val="accent2"/>
                </a:solidFill>
                <a:latin typeface="Algerian" panose="04020705040A02060702" pitchFamily="82" charset="0"/>
                <a:ea typeface="Cascadia Code SemiLight" panose="020B0609020000020004" pitchFamily="49" charset="0"/>
                <a:cs typeface="Cascadia Code SemiLight" panose="020B0609020000020004" pitchFamily="49" charset="0"/>
              </a:rPr>
              <a:t>Thank You !</a:t>
            </a:r>
            <a:endParaRPr lang="en-IN" sz="6600" dirty="0">
              <a:solidFill>
                <a:schemeClr val="accent2"/>
              </a:solidFill>
              <a:latin typeface="Algerian" panose="04020705040A02060702" pitchFamily="82" charset="0"/>
              <a:ea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4221786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280</TotalTime>
  <Words>617</Words>
  <Application>Microsoft Office PowerPoint</Application>
  <PresentationFormat>On-screen Show (16:9)</PresentationFormat>
  <Paragraphs>76</Paragraphs>
  <Slides>11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11</vt:i4>
      </vt:variant>
    </vt:vector>
  </HeadingPairs>
  <TitlesOfParts>
    <vt:vector size="22" baseType="lpstr">
      <vt:lpstr>Algerian</vt:lpstr>
      <vt:lpstr>Arial</vt:lpstr>
      <vt:lpstr>Calibri</vt:lpstr>
      <vt:lpstr>Exo</vt:lpstr>
      <vt:lpstr>OpenSymbol</vt:lpstr>
      <vt:lpstr>PT Sans</vt:lpstr>
      <vt:lpstr>Symbol</vt:lpstr>
      <vt:lpstr>Times New Roman</vt:lpstr>
      <vt:lpstr>Wingdings</vt:lpstr>
      <vt:lpstr>Data Center Business Plan by Slidesgo</vt:lpstr>
      <vt:lpstr>Data Center Business Plan by Slidesgo</vt:lpstr>
      <vt:lpstr>PowerPoint Presentation</vt:lpstr>
      <vt:lpstr>OUR TEAM: -</vt:lpstr>
      <vt:lpstr>PowerPoint Presentation</vt:lpstr>
      <vt:lpstr>1. Login/Register Page</vt:lpstr>
      <vt:lpstr>2. Home Page</vt:lpstr>
      <vt:lpstr>3. Question Page</vt:lpstr>
      <vt:lpstr>4. Submission Page</vt:lpstr>
      <vt:lpstr>5. History and Leaderboard</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Ayushman Singh</dc:creator>
  <cp:lastModifiedBy>Ayushman Singh</cp:lastModifiedBy>
  <cp:revision>5</cp:revision>
  <dcterms:modified xsi:type="dcterms:W3CDTF">2025-04-16T03:12:41Z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2025-04-13T15:15:57Z</dcterms:created>
  <dc:creator>Unknown Creator</dc:creator>
  <dc:description/>
  <dc:language>en-US</dc:language>
  <cp:lastModifiedBy>Unknown Creator</cp:lastModifiedBy>
  <dcterms:modified xsi:type="dcterms:W3CDTF">2025-04-13T15:15:57Z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